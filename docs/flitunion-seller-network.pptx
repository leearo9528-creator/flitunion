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463040"/>
            <a:ext cx="6217920" cy="62179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926080"/>
            <a:ext cx="4572000" cy="4572000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3000" b="1" dirty="0">
                <a:solidFill>
                  <a:srgbClr val="0B1F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SELLER &amp; FOOD TRUCK NETWORK  · 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셀러·푸드트럭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참고자료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섭외 가능 셀러 카테고리 · 푸드트럭 운영 기준 · 모집 채널 및 공고 예시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제안서 검토를 위한 참고 자료로, 개별 업체 정보는 협의 후 별도 제공합니다.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 |  flitunion.com  ·  app.flitunion.com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120640" cy="512064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84048"/>
            <a:ext cx="115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NETWORK OVERVIEW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개요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유니온의 셀러·푸드트럭 섭외는 세 가지 채널을 기반으로 이루어집니다.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셀러·푸드트럭 네트워크 참고자료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731770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002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플릿(Flit) 셀러 플랫폼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app.flitunion.com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플리마켓·푸드트럭 모집 공고를 한곳에 모은 셀러용 플랫폼입니다. 셀러의 참가 이력과 매출 기록이 축적되어 검증된 셀러를 선발하는 근거가 됩니다.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" y="3675888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4075938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60020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오픈채팅 셀러·푸드트럭 커뮤니티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600200" y="4178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셀러방 · 푸드트럭방 2개 운영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44531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공고를 즉시 공유하고 참가 의사를 확인하는 실시간 채널입니다. 급한 섭외나 대체 셀러 확보에 활용합니다.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40080" y="5020056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14400" y="5294376"/>
            <a:ext cx="502920" cy="5029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5420106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00200" y="5248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자체 섭외 DB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1600200" y="55229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행사 참가 이력 기반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57972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운영한 행사에 참가한 셀러·푸드트럭의 품목, 운영 품질, 재참가 의사를 관리합니다. 행사 콘셉트에 맞는 후보를 우선 추천합니다.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720840" y="2331720"/>
            <a:ext cx="1488338" cy="1869948"/>
          </a:xfrm>
          <a:prstGeom prst="roundRect">
            <a:avLst>
              <a:gd name="adj" fmla="val 6144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903720" y="2606040"/>
            <a:ext cx="1122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2800" dirty="0"/>
          </a:p>
        </p:txBody>
      </p:sp>
      <p:sp>
        <p:nvSpPr>
          <p:cNvPr id="30" name="Text 25"/>
          <p:cNvSpPr txBox="1"/>
          <p:nvPr/>
        </p:nvSpPr>
        <p:spPr>
          <a:xfrm>
            <a:off x="6903720" y="3291840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Flit 셀러 DB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903720" y="3566160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리뷰·참가 이력 보유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8392058" y="2331720"/>
            <a:ext cx="1488338" cy="1869948"/>
          </a:xfrm>
          <a:prstGeom prst="roundRect">
            <a:avLst>
              <a:gd name="adj" fmla="val 6144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574938" y="2606040"/>
            <a:ext cx="1122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800" dirty="0"/>
          </a:p>
        </p:txBody>
      </p:sp>
      <p:sp>
        <p:nvSpPr>
          <p:cNvPr id="34" name="Text 29"/>
          <p:cNvSpPr txBox="1"/>
          <p:nvPr/>
        </p:nvSpPr>
        <p:spPr>
          <a:xfrm>
            <a:off x="8574938" y="3291840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DB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574938" y="3566160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위생·허가 확인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10063277" y="2331720"/>
            <a:ext cx="1488338" cy="1869948"/>
          </a:xfrm>
          <a:prstGeom prst="roundRect">
            <a:avLst>
              <a:gd name="adj" fmla="val 6144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0246157" y="2606040"/>
            <a:ext cx="1122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127</a:t>
            </a:r>
            <a:endParaRPr lang="en-US" sz="2800" dirty="0"/>
          </a:p>
        </p:txBody>
      </p:sp>
      <p:sp>
        <p:nvSpPr>
          <p:cNvPr id="38" name="Text 33"/>
          <p:cNvSpPr txBox="1"/>
          <p:nvPr/>
        </p:nvSpPr>
        <p:spPr>
          <a:xfrm>
            <a:off x="10246157" y="3291840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모집 공고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10246157" y="3566160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게시 건수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720840" y="4384548"/>
            <a:ext cx="1488338" cy="1869948"/>
          </a:xfrm>
          <a:prstGeom prst="roundRect">
            <a:avLst>
              <a:gd name="adj" fmla="val 6144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903720" y="4658868"/>
            <a:ext cx="1122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</a:t>
            </a:r>
            <a:endParaRPr lang="en-US" sz="2800" dirty="0"/>
          </a:p>
        </p:txBody>
      </p:sp>
      <p:sp>
        <p:nvSpPr>
          <p:cNvPr id="42" name="Text 37"/>
          <p:cNvSpPr txBox="1"/>
          <p:nvPr/>
        </p:nvSpPr>
        <p:spPr>
          <a:xfrm>
            <a:off x="6903720" y="5344668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모집 중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6903720" y="5618988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OPEN 공고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8392058" y="4384548"/>
            <a:ext cx="1488338" cy="1869948"/>
          </a:xfrm>
          <a:prstGeom prst="roundRect">
            <a:avLst>
              <a:gd name="adj" fmla="val 6144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574938" y="4658868"/>
            <a:ext cx="1122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800" dirty="0"/>
          </a:p>
        </p:txBody>
      </p:sp>
      <p:sp>
        <p:nvSpPr>
          <p:cNvPr id="46" name="Text 41"/>
          <p:cNvSpPr txBox="1"/>
          <p:nvPr/>
        </p:nvSpPr>
        <p:spPr>
          <a:xfrm>
            <a:off x="8574938" y="5344668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주최사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574938" y="5618988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지자체·대학·상업시설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10063277" y="4384548"/>
            <a:ext cx="1488338" cy="1869948"/>
          </a:xfrm>
          <a:prstGeom prst="roundRect">
            <a:avLst>
              <a:gd name="adj" fmla="val 6144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10246157" y="4658868"/>
            <a:ext cx="1122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445</a:t>
            </a:r>
            <a:endParaRPr lang="en-US" sz="2800" dirty="0"/>
          </a:p>
        </p:txBody>
      </p:sp>
      <p:sp>
        <p:nvSpPr>
          <p:cNvPr id="50" name="Text 45"/>
          <p:cNvSpPr txBox="1"/>
          <p:nvPr/>
        </p:nvSpPr>
        <p:spPr>
          <a:xfrm>
            <a:off x="10246157" y="5344668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행사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10246157" y="5618988"/>
            <a:ext cx="1122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축제·플리마켓·푸드트럭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6720840" y="6327648"/>
            <a:ext cx="483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플랫폼 수치는 2026년 9월 기준 app.flitunion.com 등록 데이터입니다.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120640" cy="512064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84048"/>
            <a:ext cx="115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RECRUITMENT CHANNELS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채널 안내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페이지에서 현재 게시 중인 모집 공고와 셀러 지원 흐름을 직접 확인하실 수 있습니다.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셀러·푸드트럭 네트워크 참고자료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56500" y="2139696"/>
            <a:ext cx="1289304" cy="257860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0" descr="/tmp/claude-0/-home-user/0916ad07-ee04-5cb5-987c-27fb9c83eb46/scratchpad/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1364" y="2194560"/>
            <a:ext cx="1179576" cy="2468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484632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홈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102352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app.flitunion.com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486400"/>
            <a:ext cx="252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캘린더 · 모집 중 공고 피드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52964" y="2139696"/>
            <a:ext cx="1289304" cy="257860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/tmp/claude-0/-home-user/0916ad07-ee04-5cb5-987c-27fb9c83eb46/scratchpad/shots/sear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07828" y="2194560"/>
            <a:ext cx="1179576" cy="24688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36544" y="484632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찾기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436544" y="5102352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app.flitunion.com/search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3436544" y="5486400"/>
            <a:ext cx="252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지역·일정·카테고리·참가비 필터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49428" y="2139696"/>
            <a:ext cx="1289304" cy="257860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/tmp/claude-0/-home-user/0916ad07-ee04-5cb5-987c-27fb9c83eb46/scratchpad/shots/fle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04291" y="2194560"/>
            <a:ext cx="1179576" cy="24688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33008" y="484632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셀러 모집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233008" y="5102352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app.flitunion.com/recruit/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flea-market-seller-recruit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6233008" y="5486400"/>
            <a:ext cx="252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 공고 모음 랜딩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645891" y="2139696"/>
            <a:ext cx="1289304" cy="257860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/tmp/claude-0/-home-user/0916ad07-ee04-5cb5-987c-27fb9c83eb46/scratchpad/shots/foodtruc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00755" y="2194560"/>
            <a:ext cx="1179576" cy="24688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29471" y="4846320"/>
            <a:ext cx="252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섭외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029471" y="5102352"/>
            <a:ext cx="252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app.flitunion.com/recruit/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foodtruck-booking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9029471" y="5486400"/>
            <a:ext cx="252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공고 모음 랜딩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40080" y="580644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오픈채팅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 커뮤니티  open.kakao.com/o/gCXuIrGi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·  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커뮤니티  open.kakao.com/o/gNgYkBGi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120640" cy="512064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84048"/>
            <a:ext cx="115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OPEN RECRUITMENTS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모집 공고 예시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플릿 플랫폼에 게시된 모집 중 공고 일부입니다. 플릿 셀러가 실제로 지원하는 행사의 규모와 조건을 확인하실 수 있습니다.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셀러·푸드트럭 네트워크 참고자료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1463040"/>
                <a:gridCol w="1371600"/>
                <a:gridCol w="3413455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 · 모집 품목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D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여의도 신영증권 1층 야외광장 브랜드 모집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11.11 ~ 11.13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40팀+ · 수공예·패션·리빙·친환경·반려동물 상품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성수 서울숲 언더스탠드에비뉴 플리마켓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10.30 ~ 11.1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 제한 없음 (즉석판매 식품 제외)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동탄 카림애비뉴1차 하반기 플리마켓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10.30 ~ 11.1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60팀 · 체험·밀키트·주류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하남미사 파라곤스퀘어 오즈광장 플리마켓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 ~ 10.11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50팀 · 품목 제한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강남생활문화축제 「강남생활문화마켓」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10팀 · 전시·체험·직접 제작 작품 판매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연수 능허대축제 플리마켓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 ~ 10.10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15팀 · 판매+체험 가능, 즉석조리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아주대학교 가을축제 플리마켓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 ~ 10.8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25팀 · 조리음식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호서대학교 아산캠퍼스 가을축제 플리마켓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15팀 · 즉석조리식품 외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충남 골프장 행사 푸드트럭 10대 모집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30만원 + 18%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10대 · 1만 명 예상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 대단지아파트 뮤직페스티벌 푸드트럭 상시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 ~ 12월 · 25회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수수료 10~20%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불초밥·피자·탕수육·팟타이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2026년 9월 기준 플랫폼 게시 공고. 참가비는 공고 기준 대표 금액이며 VAT·수수료 조건은 공고별로 상이합니다. 전체 목록: app.flitunion.com/search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120640" cy="512064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84048"/>
            <a:ext cx="115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SELLER CATEGORIES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섭외 가능 셀러 카테고리 및 예시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행사에 참가해 온 셀러 카테고리입니다. 행사 콘셉트에 맞춰 카테고리별 후보를 구성해 제안드립니다.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셀러·푸드트럭 네트워크 참고자료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48477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6888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839212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22960" y="32872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331720" y="2487168"/>
            <a:ext cx="384048" cy="38404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32" y="2583180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88920" y="2487168"/>
            <a:ext cx="1198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핸드메이드 · 공예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331720" y="2971800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가죽공예, 은반지·주얼리, 도자기·소품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331720" y="3456432"/>
            <a:ext cx="161025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423160" y="3456432"/>
            <a:ext cx="142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제이제이 (가죽공예·핸드메이드)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353458" y="2286000"/>
            <a:ext cx="348477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36338" y="246888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538" y="283921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536338" y="32872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045098" y="2487168"/>
            <a:ext cx="384048" cy="38404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10" y="2583180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502298" y="2487168"/>
            <a:ext cx="1198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· 체험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6045098" y="2971800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캐리커처, 3D 피규어, 타투 스티커, 원데이 체험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45098" y="3456432"/>
            <a:ext cx="161025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136538" y="3456432"/>
            <a:ext cx="142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3d pro. (3D 피규어)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8066837" y="2286000"/>
            <a:ext cx="348477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249717" y="246888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917" y="283921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249717" y="32872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9758477" y="2487168"/>
            <a:ext cx="384048" cy="38404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4489" y="2583180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215677" y="2487168"/>
            <a:ext cx="1198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9758477" y="2971800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수제간식, 반려용품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9758477" y="3456432"/>
            <a:ext cx="161025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9849917" y="3456432"/>
            <a:ext cx="142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수제간식 셀러 (플랫폼 참가 기록 보유)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40080" y="4224528"/>
            <a:ext cx="348477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22960" y="4407408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4777740"/>
            <a:ext cx="411480" cy="41148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822960" y="52257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2331720" y="4425696"/>
            <a:ext cx="384048" cy="38404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7732" y="4521708"/>
            <a:ext cx="192024" cy="192024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2788920" y="4425696"/>
            <a:ext cx="1198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· 교육 · 키즈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2331720" y="4910328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 나눔, 교육 체험, 키즈 놀이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2331720" y="5394960"/>
            <a:ext cx="161025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2423160" y="5394960"/>
            <a:ext cx="142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웅진북클럽 (도서·무료 도서 나눔)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4353458" y="4224528"/>
            <a:ext cx="348477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4536338" y="4407408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3538" y="4777740"/>
            <a:ext cx="411480" cy="411480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536338" y="52257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6045098" y="4425696"/>
            <a:ext cx="384048" cy="38404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110" y="4521708"/>
            <a:ext cx="192024" cy="192024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6502298" y="4425696"/>
            <a:ext cx="1198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패션 · 리빙 · 빈티지</a:t>
            </a:r>
            <a:endParaRPr lang="en-US" sz="1200" dirty="0"/>
          </a:p>
        </p:txBody>
      </p:sp>
      <p:sp>
        <p:nvSpPr>
          <p:cNvPr id="57" name="Text 45"/>
          <p:cNvSpPr txBox="1"/>
          <p:nvPr/>
        </p:nvSpPr>
        <p:spPr>
          <a:xfrm>
            <a:off x="6045098" y="4910328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의류·잡화, 빈티지, 리빙 소품, 친환경 상품</a:t>
            </a:r>
            <a:endParaRPr lang="en-US" sz="950" dirty="0"/>
          </a:p>
        </p:txBody>
      </p:sp>
      <p:sp>
        <p:nvSpPr>
          <p:cNvPr id="58" name="Shape 46"/>
          <p:cNvSpPr/>
          <p:nvPr/>
        </p:nvSpPr>
        <p:spPr>
          <a:xfrm>
            <a:off x="6045098" y="5394960"/>
            <a:ext cx="161025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6136538" y="5394960"/>
            <a:ext cx="142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창업팀 · 지역 공예 셀러 우선 배정 가능</a:t>
            </a:r>
            <a:endParaRPr lang="en-US" sz="850" dirty="0"/>
          </a:p>
        </p:txBody>
      </p:sp>
      <p:sp>
        <p:nvSpPr>
          <p:cNvPr id="60" name="Shape 48"/>
          <p:cNvSpPr/>
          <p:nvPr/>
        </p:nvSpPr>
        <p:spPr>
          <a:xfrm>
            <a:off x="8066837" y="4224528"/>
            <a:ext cx="348477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8249717" y="4407408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6917" y="4777740"/>
            <a:ext cx="411480" cy="411480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8249717" y="52257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64" name="Shape 51"/>
          <p:cNvSpPr/>
          <p:nvPr/>
        </p:nvSpPr>
        <p:spPr>
          <a:xfrm>
            <a:off x="9758477" y="4425696"/>
            <a:ext cx="384048" cy="38404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4489" y="4521708"/>
            <a:ext cx="192024" cy="192024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10215677" y="4425696"/>
            <a:ext cx="1198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· 먹거리</a:t>
            </a:r>
            <a:endParaRPr lang="en-US" sz="1200" dirty="0"/>
          </a:p>
        </p:txBody>
      </p:sp>
      <p:sp>
        <p:nvSpPr>
          <p:cNvPr id="67" name="Text 53"/>
          <p:cNvSpPr txBox="1"/>
          <p:nvPr/>
        </p:nvSpPr>
        <p:spPr>
          <a:xfrm>
            <a:off x="9758477" y="4910328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수제 디저트, 완제품 F&amp;B, 지역 특산물</a:t>
            </a:r>
            <a:endParaRPr lang="en-US" sz="950" dirty="0"/>
          </a:p>
        </p:txBody>
      </p:sp>
      <p:sp>
        <p:nvSpPr>
          <p:cNvPr id="68" name="Shape 54"/>
          <p:cNvSpPr/>
          <p:nvPr/>
        </p:nvSpPr>
        <p:spPr>
          <a:xfrm>
            <a:off x="9758477" y="5394960"/>
            <a:ext cx="161025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9" name="Text 55"/>
          <p:cNvSpPr txBox="1"/>
          <p:nvPr/>
        </p:nvSpPr>
        <p:spPr>
          <a:xfrm>
            <a:off x="9849917" y="5394960"/>
            <a:ext cx="142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즉석조리 품목은 푸드트럭 존으로 분리 운영</a:t>
            </a:r>
            <a:endParaRPr lang="en-US" sz="850" dirty="0"/>
          </a:p>
        </p:txBody>
      </p:sp>
      <p:sp>
        <p:nvSpPr>
          <p:cNvPr id="70" name="Text 56"/>
          <p:cNvSpPr txBox="1"/>
          <p:nvPr/>
        </p:nvSpPr>
        <p:spPr>
          <a:xfrm>
            <a:off x="640080" y="6053328"/>
            <a:ext cx="10911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예시 업체명은 플릿 플랫폼에 브랜드를 등록한 셀러 중 일부이며, 개별 연락처·상세 프로필은 섭외 확정 단계에서 제공합니다.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120640" cy="512064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84048"/>
            <a:ext cx="115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FOOD TRUCKS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푸드트럭 섭외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100대 이상의 검증된 푸드트럭 DB에서 행사 콘셉트와 공간 조건에 맞는 차량을 매칭합니다.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셀러·푸드트럭 네트워크 참고자료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3749040" cy="37947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603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dash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99923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68680" y="3493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사진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251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카테고리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8680" y="457200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45720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한식 (불초밥·닭강정·떡볶이)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14600" y="457200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06040" y="45720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 (버거·피자·스테이크)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68680" y="502920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50292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일식·아시안 (타코야키·팟타이)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514600" y="502920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06040" y="50292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(츄러스·아이스크림)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68680" y="548640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0120" y="54864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음료·커피 (커피차·에이드)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514600" y="548640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06040" y="548640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(핫도그·탕후루·붕어빵)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2331720"/>
            <a:ext cx="3291840" cy="3794760"/>
          </a:xfrm>
          <a:prstGeom prst="roundRect">
            <a:avLst>
              <a:gd name="adj" fmla="val 2778"/>
            </a:avLst>
          </a:prstGeom>
          <a:solidFill>
            <a:srgbClr val="12305F"/>
          </a:solidFill>
          <a:ln w="12700">
            <a:solidFill>
              <a:srgbClr val="1F5FD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377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섭외 · 운영 기준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37760" y="3063240"/>
            <a:ext cx="347472" cy="34747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3150108"/>
            <a:ext cx="173736" cy="17373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394960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영업허가증 · 위생 점검 이력 사전 확인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937760" y="3566160"/>
            <a:ext cx="347472" cy="34747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3653028"/>
            <a:ext cx="173736" cy="17373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394960" y="3566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용량 · 용수 여건 사전 조율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937760" y="4069080"/>
            <a:ext cx="347472" cy="34747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4155948"/>
            <a:ext cx="173736" cy="17373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394960" y="4069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행사별 예비 차량 1~2대 대기, 불참 시 즉시 대체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937760" y="4572000"/>
            <a:ext cx="347472" cy="34747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628" y="4658868"/>
            <a:ext cx="173736" cy="17373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394960" y="4572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없는 메뉴 구성으로 방문객 만족도 확보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4937760" y="5074920"/>
            <a:ext cx="347472" cy="34747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628" y="5161788"/>
            <a:ext cx="173736" cy="173736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5394960" y="5074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1대부터 단독 섭외 가능, 10대 이상 단가 할인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4937760" y="5577840"/>
            <a:ext cx="347472" cy="34747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628" y="5664708"/>
            <a:ext cx="173736" cy="173736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5394960" y="5577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종료 후 차량별 매출 · 정산 처리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8229600" y="2331720"/>
            <a:ext cx="3322015" cy="3794760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8503920" y="260604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푸드트럭 모집 공고 예시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8503920" y="3017520"/>
            <a:ext cx="2773375" cy="429768"/>
          </a:xfrm>
          <a:prstGeom prst="roundRect">
            <a:avLst>
              <a:gd name="adj" fmla="val 2127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8613648" y="3044952"/>
            <a:ext cx="2544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 골프장 행사 푸드트럭 10대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8613648" y="3236976"/>
            <a:ext cx="2544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10.31 · 1만 명 예상 · 시설사용료 30만원 + 18%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8503920" y="3520440"/>
            <a:ext cx="2773375" cy="429768"/>
          </a:xfrm>
          <a:prstGeom prst="roundRect">
            <a:avLst>
              <a:gd name="adj" fmla="val 2127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8613648" y="3547872"/>
            <a:ext cx="2544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김포 호수공원 지자체 행사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613648" y="3739896"/>
            <a:ext cx="2544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10.10 · 커피·음료 제외 품목 모집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8503920" y="4023360"/>
            <a:ext cx="2773375" cy="429768"/>
          </a:xfrm>
          <a:prstGeom prst="roundRect">
            <a:avLst>
              <a:gd name="adj" fmla="val 2127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8613648" y="4050792"/>
            <a:ext cx="2544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옥수동 아파트 축제 15대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8613648" y="4242816"/>
            <a:ext cx="2544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9.12 ~ 13 · 확정 외 품목 모집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8503920" y="4526280"/>
            <a:ext cx="2773375" cy="429768"/>
          </a:xfrm>
          <a:prstGeom prst="roundRect">
            <a:avLst>
              <a:gd name="adj" fmla="val 2127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8613648" y="4553712"/>
            <a:ext cx="2544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양주 덕계 ART 축제 10대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8613648" y="4745736"/>
            <a:ext cx="2544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9.12 ~ 13 · 2일 40만원 + 수수료 5%</a:t>
            </a:r>
            <a:endParaRPr lang="en-US" sz="800" dirty="0"/>
          </a:p>
        </p:txBody>
      </p:sp>
      <p:sp>
        <p:nvSpPr>
          <p:cNvPr id="61" name="Shape 52"/>
          <p:cNvSpPr/>
          <p:nvPr/>
        </p:nvSpPr>
        <p:spPr>
          <a:xfrm>
            <a:off x="8503920" y="5029200"/>
            <a:ext cx="2773375" cy="429768"/>
          </a:xfrm>
          <a:prstGeom prst="roundRect">
            <a:avLst>
              <a:gd name="adj" fmla="val 2127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8613648" y="5056632"/>
            <a:ext cx="2544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대단지아파트 뮤직페스티벌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8613648" y="5248656"/>
            <a:ext cx="2544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~ 12월 25회 상시 · 수수료 10~20%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8503920" y="5532120"/>
            <a:ext cx="2773375" cy="429768"/>
          </a:xfrm>
          <a:prstGeom prst="roundRect">
            <a:avLst>
              <a:gd name="adj" fmla="val 2127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8613648" y="5559552"/>
            <a:ext cx="2544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수원제일교회 창립 72주년</a:t>
            </a:r>
            <a:endParaRPr lang="en-US" sz="900" dirty="0"/>
          </a:p>
        </p:txBody>
      </p:sp>
      <p:sp>
        <p:nvSpPr>
          <p:cNvPr id="66" name="Text 57"/>
          <p:cNvSpPr txBox="1"/>
          <p:nvPr/>
        </p:nvSpPr>
        <p:spPr>
          <a:xfrm>
            <a:off x="8613648" y="5751576"/>
            <a:ext cx="2544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9.12 · 무료 모집 · 커피/식사/간식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120640" cy="512064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2305F"/>
          </a:solidFill>
          <a:ln w="12700">
            <a:solidFill>
              <a:srgbClr val="123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84048"/>
            <a:ext cx="115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Flit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PROCESS &amp; CONTACT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4300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섭외 절차 및 문의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요건을 보내주시면 후보 리스트를 구성해 제안드립니다.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플릿 유니온 · 셀러·푸드트럭 네트워크 참고자료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39794" y="2788920"/>
            <a:ext cx="8912108" cy="0"/>
          </a:xfrm>
          <a:prstGeom prst="line">
            <a:avLst/>
          </a:prstGeom>
          <a:noFill/>
          <a:ln w="19050">
            <a:solidFill>
              <a:srgbClr val="1F5F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274034" y="2423160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914" y="260604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3291840"/>
            <a:ext cx="1999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520440"/>
            <a:ext cx="19994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요건 접수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84048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일시·장소·규모·전기/용수 조건·희망 품목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502061" y="2423160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941" y="260604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68107" y="3291840"/>
            <a:ext cx="1999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2868107" y="3520440"/>
            <a:ext cx="19994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리스트 제안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2959547" y="384048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셀러·푸드트럭 후보와 조건 정리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730088" y="2423160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26060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96134" y="3291840"/>
            <a:ext cx="1999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096134" y="3520440"/>
            <a:ext cx="19994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· 계약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5187574" y="384048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의뢰인 확정 후 셀러·푸드트럭 개별 계약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958115" y="2423160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995" y="26060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24161" y="3291840"/>
            <a:ext cx="1999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324161" y="3520440"/>
            <a:ext cx="19994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배치 · 운영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415601" y="384048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 배치, 입·퇴장 관리, 전담 매니저 상주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10186142" y="2423160"/>
            <a:ext cx="731520" cy="731520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26060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52188" y="3291840"/>
            <a:ext cx="1999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552188" y="3520440"/>
            <a:ext cx="19994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· 보고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9643628" y="3840480"/>
            <a:ext cx="181654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후 48시간 이내 정산서·결과 보고서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40080" y="4709160"/>
            <a:ext cx="1091153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0058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1005840" y="539496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" y="5509260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600200" y="5376672"/>
            <a:ext cx="181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600200" y="5605272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www.flitunion.com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3550844" y="539496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5144" y="5509260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145204" y="5376672"/>
            <a:ext cx="181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4145204" y="5605272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hello@flitunion.com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095848" y="539496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148" y="5509260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690208" y="5376672"/>
            <a:ext cx="181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6690208" y="5605272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010-8018-8492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8640851" y="5394960"/>
            <a:ext cx="457200" cy="45720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5151" y="5509260"/>
            <a:ext cx="228600" cy="2286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9235211" y="5376672"/>
            <a:ext cx="1813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오픈채팅</a:t>
            </a:r>
            <a:endParaRPr lang="en-US" sz="900" dirty="0"/>
          </a:p>
        </p:txBody>
      </p:sp>
      <p:sp>
        <p:nvSpPr>
          <p:cNvPr id="53" name="Text 42"/>
          <p:cNvSpPr txBox="1"/>
          <p:nvPr/>
        </p:nvSpPr>
        <p:spPr>
          <a:xfrm>
            <a:off x="9235211" y="5605272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open.kakao.com/o/sZ5YZ4ni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플릿 유니온 셀러·푸드트럭 네트워크 참고자료</dc:title>
  <dc:subject>PptxGenJS Presentation</dc:subject>
  <dc:creator>Flit Union</dc:creator>
  <cp:lastModifiedBy>Flit Union</cp:lastModifiedBy>
  <cp:revision>1</cp:revision>
  <dcterms:created xsi:type="dcterms:W3CDTF">2026-09-10T09:18:17Z</dcterms:created>
  <dcterms:modified xsi:type="dcterms:W3CDTF">2026-09-10T09:18:17Z</dcterms:modified>
</cp:coreProperties>
</file>