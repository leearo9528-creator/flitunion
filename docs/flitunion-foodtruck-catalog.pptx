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jpg"/><Relationship Id="rId6" Type="http://schemas.openxmlformats.org/officeDocument/2006/relationships/image" Target="../media/image-2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6928"/>
            <a:ext cx="7562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spc="100" kern="0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1078992"/>
            <a:ext cx="75620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메뉴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220724" y="1847088"/>
            <a:ext cx="5120640" cy="40233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20724" y="1847088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식사류 — 한식 · 양식 ·</a:t>
            </a:r>
            <a:endParaRPr lang="en-US" sz="1300" dirty="0"/>
          </a:p>
        </p:txBody>
      </p:sp>
      <p:pic>
        <p:nvPicPr>
          <p:cNvPr id="6" name="Image 0" descr="/tmp/claude-0/-home-user/0916ad07-ee04-5cb5-987c-27fb9c83eb46/scratchpad/catalog/ft/gopcha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1972056" cy="19720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곱창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철판에 볶아내는 야채곱창과 곱창볶음밥. 저녁·주류 수요가 붙는 야시장형 메뉴</a:t>
            </a:r>
            <a:endParaRPr lang="en-US" sz="950" dirty="0"/>
          </a:p>
        </p:txBody>
      </p:sp>
      <p:pic>
        <p:nvPicPr>
          <p:cNvPr id="9" name="Image 1" descr="/tmp/claude-0/-home-user/0916ad07-ee04-5cb5-987c-27fb9c83eb46/scratchpad/catalog/ft/cozea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016" y="2395728"/>
            <a:ext cx="1972056" cy="19720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795016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떡튀순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2795016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떡볶이·오뎅·튀김 3종. 5,000~9,000원대로 회전이 가장 빠른 품목</a:t>
            </a:r>
            <a:endParaRPr lang="en-US" sz="950" dirty="0"/>
          </a:p>
        </p:txBody>
      </p:sp>
      <p:pic>
        <p:nvPicPr>
          <p:cNvPr id="12" name="Image 2" descr="/tmp/claude-0/-home-user/0916ad07-ee04-5cb5-987c-27fb9c83eb46/scratchpad/catalog/ft/dakgangjeong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104" y="2395728"/>
            <a:ext cx="1972056" cy="19720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3104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닭강정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023104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간장·양념 닭강정. 컵 포장이라 걸어 다니며 먹기 좋음</a:t>
            </a:r>
            <a:endParaRPr lang="en-US" sz="950" dirty="0"/>
          </a:p>
        </p:txBody>
      </p:sp>
      <p:pic>
        <p:nvPicPr>
          <p:cNvPr id="15" name="Image 3" descr="/tmp/claude-0/-home-user/0916ad07-ee04-5cb5-987c-27fb9c83eb46/scratchpad/catalog/ft/dutch-kkochi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6150864"/>
            <a:ext cx="1972056" cy="19720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닭꼬치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566928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소금구이·데리야끼·매운맛 3종. 5,000원대 저단가 회전 메뉴</a:t>
            </a:r>
            <a:endParaRPr lang="en-US" sz="950" dirty="0"/>
          </a:p>
        </p:txBody>
      </p:sp>
      <p:pic>
        <p:nvPicPr>
          <p:cNvPr id="18" name="Image 4" descr="/tmp/claude-0/-home-user/0916ad07-ee04-5cb5-987c-27fb9c83eb46/scratchpad/catalog/ft/steak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5016" y="6150864"/>
            <a:ext cx="1972056" cy="197205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2795016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스테이크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2795016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즉석 구이 스테이크와 도시락 구성. 객단가가 가장 높은 메인 메뉴</a:t>
            </a:r>
            <a:endParaRPr lang="en-US" sz="950" dirty="0"/>
          </a:p>
        </p:txBody>
      </p:sp>
      <p:pic>
        <p:nvPicPr>
          <p:cNvPr id="21" name="Image 5" descr="/tmp/claude-0/-home-user/0916ad07-ee04-5cb5-987c-27fb9c83eb46/scratchpad/catalog/ft/pizza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3104" y="6150864"/>
            <a:ext cx="1972056" cy="1972056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023104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화덕피자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5023104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페퍼로니·버섯·고르곤졸라. 화덕 자체가 볼거리가 되는 부스</a:t>
            </a:r>
            <a:endParaRPr lang="en-US" sz="950" dirty="0"/>
          </a:p>
        </p:txBody>
      </p:sp>
      <p:sp>
        <p:nvSpPr>
          <p:cNvPr id="24" name="Text 16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www.flitunion.com</a:t>
            </a:r>
            <a:endParaRPr lang="en-US" sz="800" dirty="0"/>
          </a:p>
        </p:txBody>
      </p:sp>
      <p:sp>
        <p:nvSpPr>
          <p:cNvPr id="25" name="Text 17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6928"/>
            <a:ext cx="7562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spc="100" kern="0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1078992"/>
            <a:ext cx="75620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메뉴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220724" y="1847088"/>
            <a:ext cx="5120640" cy="40233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20724" y="1847088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식사류 — 일식 · 아시안 · 디저트 ·</a:t>
            </a:r>
            <a:endParaRPr lang="en-US" sz="1300" dirty="0"/>
          </a:p>
        </p:txBody>
      </p:sp>
      <p:pic>
        <p:nvPicPr>
          <p:cNvPr id="6" name="Image 0" descr="/tmp/claude-0/-home-user/0916ad07-ee04-5cb5-987c-27fb9c83eb46/scratchpad/catalog/ft/keba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1972056" cy="19720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케밥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치킨·램 케밥. 한 손에 들고 먹는 형태라 대기 회전이 빠름</a:t>
            </a:r>
            <a:endParaRPr lang="en-US" sz="950" dirty="0"/>
          </a:p>
        </p:txBody>
      </p:sp>
      <p:pic>
        <p:nvPicPr>
          <p:cNvPr id="9" name="Image 1" descr="/tmp/claude-0/-home-user/0916ad07-ee04-5cb5-987c-27fb9c83eb46/scratchpad/catalog/ft/bulchoba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016" y="2395728"/>
            <a:ext cx="1972056" cy="19720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795016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불초밥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2795016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 불초밥·연어초밥. 토치로 구워내는 과정이 그대로 노출됨</a:t>
            </a:r>
            <a:endParaRPr lang="en-US" sz="950" dirty="0"/>
          </a:p>
        </p:txBody>
      </p:sp>
      <p:pic>
        <p:nvPicPr>
          <p:cNvPr id="12" name="Image 2" descr="/tmp/claude-0/-home-user/0916ad07-ee04-5cb5-987c-27fb9c83eb46/scratchpad/catalog/ft/takoyaki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3104" y="2395728"/>
            <a:ext cx="1972056" cy="19720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3104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타코야끼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023104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오리지널·매운맛. 조리 과정이 보여 대기줄이 그림이 되는 품목</a:t>
            </a:r>
            <a:endParaRPr lang="en-US" sz="950" dirty="0"/>
          </a:p>
        </p:txBody>
      </p:sp>
      <p:pic>
        <p:nvPicPr>
          <p:cNvPr id="15" name="Image 3" descr="/tmp/claude-0/-home-user/0916ad07-ee04-5cb5-987c-27fb9c83eb46/scratchpad/catalog/ft/takoazi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6150864"/>
            <a:ext cx="1972056" cy="19720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오코노미야끼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566928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철판에 부쳐내는 오코노미야끼. 타코야끼와 함께 운영 가능</a:t>
            </a:r>
            <a:endParaRPr lang="en-US" sz="950" dirty="0"/>
          </a:p>
        </p:txBody>
      </p:sp>
      <p:pic>
        <p:nvPicPr>
          <p:cNvPr id="18" name="Image 4" descr="/tmp/claude-0/-home-user/0916ad07-ee04-5cb5-987c-27fb9c83eb46/scratchpad/catalog/ft/shasha-crep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5016" y="6150864"/>
            <a:ext cx="1972056" cy="197205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2795016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크레페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2795016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생크림·과일 크레페와 크레페 파르페. 디저트 라인 대표 메뉴</a:t>
            </a:r>
            <a:endParaRPr lang="en-US" sz="950" dirty="0"/>
          </a:p>
        </p:txBody>
      </p:sp>
      <p:pic>
        <p:nvPicPr>
          <p:cNvPr id="21" name="Image 5" descr="/tmp/claude-0/-home-user/0916ad07-ee04-5cb5-987c-27fb9c83eb46/scratchpad/catalog/ft/churros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3104" y="6150864"/>
            <a:ext cx="1972056" cy="1972056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023104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츄러스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5023104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츄러스와 아이스크림 츄러스. 아이 동반 가족 대응</a:t>
            </a:r>
            <a:endParaRPr lang="en-US" sz="950" dirty="0"/>
          </a:p>
        </p:txBody>
      </p:sp>
      <p:sp>
        <p:nvSpPr>
          <p:cNvPr id="24" name="Text 16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www.flitunion.com</a:t>
            </a:r>
            <a:endParaRPr lang="en-US" sz="800" dirty="0"/>
          </a:p>
        </p:txBody>
      </p:sp>
      <p:sp>
        <p:nvSpPr>
          <p:cNvPr id="25" name="Text 17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6928"/>
            <a:ext cx="7562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spc="100" kern="0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1078992"/>
            <a:ext cx="75620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메뉴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220724" y="1847088"/>
            <a:ext cx="5120640" cy="40233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20724" y="1847088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음료 · 간식 ·</a:t>
            </a:r>
            <a:endParaRPr lang="en-US" sz="1300" dirty="0"/>
          </a:p>
        </p:txBody>
      </p:sp>
      <p:pic>
        <p:nvPicPr>
          <p:cNvPr id="6" name="Image 0" descr="/tmp/claude-0/-home-user/0916ad07-ee04-5cb5-987c-27fb9c83eb46/scratchpad/catalog/ft/chan-caf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1972056" cy="19720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· 에이드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아메리카노·에이드·스무디. 체류 시간을 늘리는 필수 구성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795016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95016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795016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우동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795016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우동·김치우동·튀김우동. 저녁 시간대와 추운 계절에 강함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023104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3104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23104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야끼소바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023104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철판 야끼소바. 오코노미야끼와 한 부스로 묶어 운영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66928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회오리감자 · 소떡소떡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4,000~5,000원대. 아이 동반 가족이 가장 먼저 서는 부스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2795016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795016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795016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핫도그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2795016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뉴욕핫도그·옛날핫도그. 한 손 취식형 저단가 메뉴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023104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3104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023104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새우꼬치 · 부산어묵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023104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레몬새우·칠리새우와 어묵 3꼬치 4,000원 구성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www.flitunion.com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6928"/>
            <a:ext cx="75620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spc="100" kern="0" dirty="0">
                <a:solidFill>
                  <a:srgbClr val="31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1078992"/>
            <a:ext cx="756208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푸드트럭 메뉴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220724" y="1847088"/>
            <a:ext cx="5120640" cy="402336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20724" y="1847088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간식 · 음료 확장 ·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새우튀김 · 새우버거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튀김류 중심 구성. 감자튀김 사이드 운영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95016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95016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95016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충무김밥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795016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포장 도시락형. 앉을 자리가 있는 행사에 적합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3104" y="2395728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23104" y="3198876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023104" y="4477512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빙수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23104" y="4861560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컵빙수·사과빙수. 여름 야외 행사 전용 라인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스페셜티 커피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스페셜티 수준 커피 케이터링. 기업 행사·전시에 적합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95016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795016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795016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· 베이커리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2795016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커피에 당일 구운 베이커리를 함께 운영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3104" y="6150864"/>
            <a:ext cx="1972056" cy="1972056"/>
          </a:xfrm>
          <a:prstGeom prst="rect">
            <a:avLst/>
          </a:prstGeom>
          <a:solidFill>
            <a:srgbClr val="F4F7FC"/>
          </a:solidFill>
          <a:ln w="12700">
            <a:solidFill>
              <a:srgbClr val="DBE6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3104" y="6954012"/>
            <a:ext cx="197205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준비 중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023104" y="8232648"/>
            <a:ext cx="197205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칵테일 · 주류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023104" y="8616696"/>
            <a:ext cx="197205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야간 행사 전용. 주류 판매 가능 여부는 장소별 확인 필요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플릿 유니온 · www.flitunion.com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10122408"/>
            <a:ext cx="6428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2026-09-10T20:06:24Z</dcterms:created>
  <dcterms:modified xsi:type="dcterms:W3CDTF">2026-09-10T20:06:24Z</dcterms:modified>
</cp:coreProperties>
</file>