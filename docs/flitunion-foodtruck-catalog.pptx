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jpg"/><Relationship Id="rId3" Type="http://schemas.openxmlformats.org/officeDocument/2006/relationships/image" Target="../media/image-1-3.jpg"/><Relationship Id="rId4" Type="http://schemas.openxmlformats.org/officeDocument/2006/relationships/image" Target="../media/image-1-4.jpg"/><Relationship Id="rId5" Type="http://schemas.openxmlformats.org/officeDocument/2006/relationships/image" Target="../media/image-1-5.jpg"/><Relationship Id="rId6" Type="http://schemas.openxmlformats.org/officeDocument/2006/relationships/image" Target="../media/image-1-6.jpg"/><Relationship Id="rId7" Type="http://schemas.openxmlformats.org/officeDocument/2006/relationships/image" Target="../media/image-1-7.jpg"/><Relationship Id="rId8" Type="http://schemas.openxmlformats.org/officeDocument/2006/relationships/image" Target="../media/image-1-8.jpg"/><Relationship Id="rId9" Type="http://schemas.openxmlformats.org/officeDocument/2006/relationships/image" Target="../media/image-1-9.jp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jpg"/><Relationship Id="rId3" Type="http://schemas.openxmlformats.org/officeDocument/2006/relationships/image" Target="../media/image-2-3.jpg"/><Relationship Id="rId4" Type="http://schemas.openxmlformats.org/officeDocument/2006/relationships/image" Target="../media/image-2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01168"/>
            <a:ext cx="121916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100" kern="0" dirty="0">
                <a:solidFill>
                  <a:srgbClr val="3182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플릿 유니온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0" y="45720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B1F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푸드트럭 메뉴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809848" y="932688"/>
            <a:ext cx="4572000" cy="310896"/>
          </a:xfrm>
          <a:prstGeom prst="roundRect">
            <a:avLst>
              <a:gd name="adj" fmla="val 50000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3809848" y="932688"/>
            <a:ext cx="4572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식사류 — 한식 · 양식 · 일식 ·</a:t>
            </a:r>
            <a:endParaRPr lang="en-US" sz="1100" dirty="0"/>
          </a:p>
        </p:txBody>
      </p:sp>
      <p:pic>
        <p:nvPicPr>
          <p:cNvPr id="6" name="Image 0" descr="/home/user/Flitunion/docs/photos/foodtruck-menu/gopchan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43228"/>
            <a:ext cx="1417320" cy="14173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020824" y="1443228"/>
            <a:ext cx="2012594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곱창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2020824" y="1735836"/>
            <a:ext cx="2012594" cy="11247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철판에 볶아내는 야채곱창과 곱창볶음밥. 저녁·주류 수요가 붙는 야시장형 메뉴</a:t>
            </a:r>
            <a:endParaRPr lang="en-US" sz="800" dirty="0"/>
          </a:p>
        </p:txBody>
      </p:sp>
      <p:pic>
        <p:nvPicPr>
          <p:cNvPr id="9" name="Image 1" descr="/home/user/Flitunion/docs/photos/foodtruck-menu/cozeat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7738" y="1443228"/>
            <a:ext cx="1417320" cy="141732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871362" y="1443228"/>
            <a:ext cx="2012594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떡튀순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5871362" y="1735836"/>
            <a:ext cx="2012594" cy="11247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떡볶이·오뎅·튀김 3종. 5,000~9,000원대로 회전이 가장 빠른 품목</a:t>
            </a:r>
            <a:endParaRPr lang="en-US" sz="800" dirty="0"/>
          </a:p>
        </p:txBody>
      </p:sp>
      <p:pic>
        <p:nvPicPr>
          <p:cNvPr id="12" name="Image 2" descr="/home/user/Flitunion/docs/photos/foodtruck-menu/dakgangjeong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8277" y="1443228"/>
            <a:ext cx="1417320" cy="141732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9721901" y="1443228"/>
            <a:ext cx="2012594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닭강정</a:t>
            </a:r>
            <a:endParaRPr lang="en-US" sz="1300" dirty="0"/>
          </a:p>
        </p:txBody>
      </p:sp>
      <p:sp>
        <p:nvSpPr>
          <p:cNvPr id="14" name="Text 9"/>
          <p:cNvSpPr txBox="1"/>
          <p:nvPr/>
        </p:nvSpPr>
        <p:spPr>
          <a:xfrm>
            <a:off x="9721901" y="1735836"/>
            <a:ext cx="2012594" cy="11247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간장·양념 닭강정. 컵 포장이라 걸어 다니며 먹기 좋음</a:t>
            </a:r>
            <a:endParaRPr lang="en-US" sz="800" dirty="0"/>
          </a:p>
        </p:txBody>
      </p:sp>
      <p:pic>
        <p:nvPicPr>
          <p:cNvPr id="15" name="Image 3" descr="/home/user/Flitunion/docs/photos/foodtruck-menu/dutch-kkochi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204972"/>
            <a:ext cx="1417320" cy="141732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2020824" y="3204972"/>
            <a:ext cx="2012594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닭꼬치</a:t>
            </a:r>
            <a:endParaRPr lang="en-US" sz="1300" dirty="0"/>
          </a:p>
        </p:txBody>
      </p:sp>
      <p:sp>
        <p:nvSpPr>
          <p:cNvPr id="17" name="Text 11"/>
          <p:cNvSpPr txBox="1"/>
          <p:nvPr/>
        </p:nvSpPr>
        <p:spPr>
          <a:xfrm>
            <a:off x="2020824" y="3497580"/>
            <a:ext cx="2012594" cy="11247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소금구이·데리야끼·매운맛 3종. 5,000원대 저단가 회전 메뉴</a:t>
            </a:r>
            <a:endParaRPr lang="en-US" sz="800" dirty="0"/>
          </a:p>
        </p:txBody>
      </p:sp>
      <p:pic>
        <p:nvPicPr>
          <p:cNvPr id="18" name="Image 4" descr="/home/user/Flitunion/docs/photos/foodtruck-menu/steak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07738" y="3204972"/>
            <a:ext cx="1417320" cy="1417320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5871362" y="3204972"/>
            <a:ext cx="2012594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스테이크</a:t>
            </a:r>
            <a:endParaRPr lang="en-US" sz="1300" dirty="0"/>
          </a:p>
        </p:txBody>
      </p:sp>
      <p:sp>
        <p:nvSpPr>
          <p:cNvPr id="20" name="Text 13"/>
          <p:cNvSpPr txBox="1"/>
          <p:nvPr/>
        </p:nvSpPr>
        <p:spPr>
          <a:xfrm>
            <a:off x="5871362" y="3497580"/>
            <a:ext cx="2012594" cy="11247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즉석 구이 스테이크와 도시락 구성. 객단가가 가장 높은 메인 메뉴</a:t>
            </a:r>
            <a:endParaRPr lang="en-US" sz="800" dirty="0"/>
          </a:p>
        </p:txBody>
      </p:sp>
      <p:pic>
        <p:nvPicPr>
          <p:cNvPr id="21" name="Image 5" descr="/home/user/Flitunion/docs/photos/foodtruck-menu/pizza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58277" y="3204972"/>
            <a:ext cx="1417320" cy="1417320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9721901" y="3204972"/>
            <a:ext cx="2012594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화덕피자</a:t>
            </a:r>
            <a:endParaRPr lang="en-US" sz="1300" dirty="0"/>
          </a:p>
        </p:txBody>
      </p:sp>
      <p:sp>
        <p:nvSpPr>
          <p:cNvPr id="23" name="Text 15"/>
          <p:cNvSpPr txBox="1"/>
          <p:nvPr/>
        </p:nvSpPr>
        <p:spPr>
          <a:xfrm>
            <a:off x="9721901" y="3497580"/>
            <a:ext cx="2012594" cy="11247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페퍼로니·버섯·고르곤졸라. 화덕 자체가 볼거리가 되는 부스</a:t>
            </a:r>
            <a:endParaRPr lang="en-US" sz="800" dirty="0"/>
          </a:p>
        </p:txBody>
      </p:sp>
      <p:pic>
        <p:nvPicPr>
          <p:cNvPr id="24" name="Image 6" descr="/home/user/Flitunion/docs/photos/foodtruck-menu/kebab.jp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4966716"/>
            <a:ext cx="1417320" cy="1417320"/>
          </a:xfrm>
          <a:prstGeom prst="rect">
            <a:avLst/>
          </a:prstGeom>
        </p:spPr>
      </p:pic>
      <p:sp>
        <p:nvSpPr>
          <p:cNvPr id="25" name="Text 16"/>
          <p:cNvSpPr txBox="1"/>
          <p:nvPr/>
        </p:nvSpPr>
        <p:spPr>
          <a:xfrm>
            <a:off x="2020824" y="4966716"/>
            <a:ext cx="2012594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케밥</a:t>
            </a:r>
            <a:endParaRPr lang="en-US" sz="1300" dirty="0"/>
          </a:p>
        </p:txBody>
      </p:sp>
      <p:sp>
        <p:nvSpPr>
          <p:cNvPr id="26" name="Text 17"/>
          <p:cNvSpPr txBox="1"/>
          <p:nvPr/>
        </p:nvSpPr>
        <p:spPr>
          <a:xfrm>
            <a:off x="2020824" y="5259324"/>
            <a:ext cx="2012594" cy="11247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치킨·램 케밥. 한 손에 들고 먹는 형태라 대기 회전이 빠름</a:t>
            </a:r>
            <a:endParaRPr lang="en-US" sz="800" dirty="0"/>
          </a:p>
        </p:txBody>
      </p:sp>
      <p:pic>
        <p:nvPicPr>
          <p:cNvPr id="27" name="Image 7" descr="/home/user/Flitunion/docs/photos/foodtruck-menu/bulchobap.jp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07738" y="4966716"/>
            <a:ext cx="1417320" cy="1417320"/>
          </a:xfrm>
          <a:prstGeom prst="rect">
            <a:avLst/>
          </a:prstGeom>
        </p:spPr>
      </p:pic>
      <p:sp>
        <p:nvSpPr>
          <p:cNvPr id="28" name="Text 18"/>
          <p:cNvSpPr txBox="1"/>
          <p:nvPr/>
        </p:nvSpPr>
        <p:spPr>
          <a:xfrm>
            <a:off x="5871362" y="4966716"/>
            <a:ext cx="2012594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불초밥</a:t>
            </a:r>
            <a:endParaRPr lang="en-US" sz="1300" dirty="0"/>
          </a:p>
        </p:txBody>
      </p:sp>
      <p:sp>
        <p:nvSpPr>
          <p:cNvPr id="29" name="Text 19"/>
          <p:cNvSpPr txBox="1"/>
          <p:nvPr/>
        </p:nvSpPr>
        <p:spPr>
          <a:xfrm>
            <a:off x="5871362" y="5259324"/>
            <a:ext cx="2012594" cy="11247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소고기 불초밥·연어초밥. 토치로 구워내는 과정이 그대로 노출됨</a:t>
            </a:r>
            <a:endParaRPr lang="en-US" sz="800" dirty="0"/>
          </a:p>
        </p:txBody>
      </p:sp>
      <p:pic>
        <p:nvPicPr>
          <p:cNvPr id="30" name="Image 8" descr="/home/user/Flitunion/docs/photos/foodtruck-menu/takoyaki.jp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58277" y="4966716"/>
            <a:ext cx="1417320" cy="1417320"/>
          </a:xfrm>
          <a:prstGeom prst="rect">
            <a:avLst/>
          </a:prstGeom>
        </p:spPr>
      </p:pic>
      <p:sp>
        <p:nvSpPr>
          <p:cNvPr id="31" name="Text 20"/>
          <p:cNvSpPr txBox="1"/>
          <p:nvPr/>
        </p:nvSpPr>
        <p:spPr>
          <a:xfrm>
            <a:off x="9721901" y="4966716"/>
            <a:ext cx="2012594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타코야끼</a:t>
            </a:r>
            <a:endParaRPr lang="en-US" sz="1300" dirty="0"/>
          </a:p>
        </p:txBody>
      </p:sp>
      <p:sp>
        <p:nvSpPr>
          <p:cNvPr id="32" name="Text 21"/>
          <p:cNvSpPr txBox="1"/>
          <p:nvPr/>
        </p:nvSpPr>
        <p:spPr>
          <a:xfrm>
            <a:off x="9721901" y="5259324"/>
            <a:ext cx="2012594" cy="11247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오리지널·매운맛. 조리 과정이 보여 대기줄이 그림이 되는 품목</a:t>
            </a:r>
            <a:endParaRPr lang="en-US" sz="800" dirty="0"/>
          </a:p>
        </p:txBody>
      </p:sp>
      <p:sp>
        <p:nvSpPr>
          <p:cNvPr id="33" name="Text 22"/>
          <p:cNvSpPr txBox="1"/>
          <p:nvPr/>
        </p:nvSpPr>
        <p:spPr>
          <a:xfrm>
            <a:off x="457200" y="6492240"/>
            <a:ext cx="10637215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플릿 유니온 · www.flitunion.com</a:t>
            </a:r>
            <a:endParaRPr lang="en-US" sz="750" dirty="0"/>
          </a:p>
        </p:txBody>
      </p:sp>
      <p:sp>
        <p:nvSpPr>
          <p:cNvPr id="34" name="Text 23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/ 3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01168"/>
            <a:ext cx="121916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100" kern="0" dirty="0">
                <a:solidFill>
                  <a:srgbClr val="3182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플릿 유니온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0" y="45720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B1F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푸드트럭 메뉴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809848" y="932688"/>
            <a:ext cx="4572000" cy="310896"/>
          </a:xfrm>
          <a:prstGeom prst="roundRect">
            <a:avLst>
              <a:gd name="adj" fmla="val 50000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3809848" y="932688"/>
            <a:ext cx="4572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디저트 · 음료 · 간식 ·</a:t>
            </a:r>
            <a:endParaRPr lang="en-US" sz="1100" dirty="0"/>
          </a:p>
        </p:txBody>
      </p:sp>
      <p:pic>
        <p:nvPicPr>
          <p:cNvPr id="6" name="Image 0" descr="/home/user/Flitunion/docs/photos/foodtruck-menu/takoazi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43228"/>
            <a:ext cx="1417320" cy="14173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020824" y="1443228"/>
            <a:ext cx="2012594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오코노미야끼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2020824" y="1735836"/>
            <a:ext cx="2012594" cy="11247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철판에 부쳐내는 오코노미야끼. 타코야끼와 함께 운영 가능</a:t>
            </a:r>
            <a:endParaRPr lang="en-US" sz="800" dirty="0"/>
          </a:p>
        </p:txBody>
      </p:sp>
      <p:pic>
        <p:nvPicPr>
          <p:cNvPr id="9" name="Image 1" descr="/home/user/Flitunion/docs/photos/foodtruck-menu/shasha-crepe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7738" y="1443228"/>
            <a:ext cx="1417320" cy="141732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871362" y="1443228"/>
            <a:ext cx="2012594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크레페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5871362" y="1735836"/>
            <a:ext cx="2012594" cy="11247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생크림·과일 크레페와 크레페 파르페. 디저트 라인 대표 메뉴</a:t>
            </a:r>
            <a:endParaRPr lang="en-US" sz="800" dirty="0"/>
          </a:p>
        </p:txBody>
      </p:sp>
      <p:pic>
        <p:nvPicPr>
          <p:cNvPr id="12" name="Image 2" descr="/home/user/Flitunion/docs/photos/foodtruck-menu/churros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8277" y="1443228"/>
            <a:ext cx="1417320" cy="141732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9721901" y="1443228"/>
            <a:ext cx="2012594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츄러스</a:t>
            </a:r>
            <a:endParaRPr lang="en-US" sz="1300" dirty="0"/>
          </a:p>
        </p:txBody>
      </p:sp>
      <p:sp>
        <p:nvSpPr>
          <p:cNvPr id="14" name="Text 9"/>
          <p:cNvSpPr txBox="1"/>
          <p:nvPr/>
        </p:nvSpPr>
        <p:spPr>
          <a:xfrm>
            <a:off x="9721901" y="1735836"/>
            <a:ext cx="2012594" cy="11247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츄러스와 아이스크림 츄러스. 아이 동반 가족 대응</a:t>
            </a:r>
            <a:endParaRPr lang="en-US" sz="800" dirty="0"/>
          </a:p>
        </p:txBody>
      </p:sp>
      <p:pic>
        <p:nvPicPr>
          <p:cNvPr id="15" name="Image 3" descr="/home/user/Flitunion/docs/photos/foodtruck-menu/chan-cafe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204972"/>
            <a:ext cx="1417320" cy="141732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2020824" y="3204972"/>
            <a:ext cx="2012594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커피 · 에이드</a:t>
            </a:r>
            <a:endParaRPr lang="en-US" sz="1300" dirty="0"/>
          </a:p>
        </p:txBody>
      </p:sp>
      <p:sp>
        <p:nvSpPr>
          <p:cNvPr id="17" name="Text 11"/>
          <p:cNvSpPr txBox="1"/>
          <p:nvPr/>
        </p:nvSpPr>
        <p:spPr>
          <a:xfrm>
            <a:off x="2020824" y="3497580"/>
            <a:ext cx="2012594" cy="11247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아메리카노·에이드·스무디. 체류 시간을 늘리는 필수 구성</a:t>
            </a:r>
            <a:endParaRPr lang="en-US" sz="800" dirty="0"/>
          </a:p>
        </p:txBody>
      </p:sp>
      <p:sp>
        <p:nvSpPr>
          <p:cNvPr id="18" name="Shape 12"/>
          <p:cNvSpPr/>
          <p:nvPr/>
        </p:nvSpPr>
        <p:spPr>
          <a:xfrm>
            <a:off x="4307738" y="3204972"/>
            <a:ext cx="1417320" cy="1417320"/>
          </a:xfrm>
          <a:prstGeom prst="rect">
            <a:avLst/>
          </a:prstGeom>
          <a:solidFill>
            <a:srgbClr val="F4F7FC"/>
          </a:solidFill>
          <a:ln w="12700">
            <a:solidFill>
              <a:srgbClr val="DBE6F6"/>
            </a:solidFill>
            <a:prstDash val="solid"/>
          </a:ln>
        </p:spPr>
      </p:sp>
      <p:sp>
        <p:nvSpPr>
          <p:cNvPr id="19" name="Text 13"/>
          <p:cNvSpPr txBox="1"/>
          <p:nvPr/>
        </p:nvSpPr>
        <p:spPr>
          <a:xfrm>
            <a:off x="4307738" y="3749040"/>
            <a:ext cx="1417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사진 준비 중</a:t>
            </a:r>
            <a:endParaRPr lang="en-US" sz="900" dirty="0"/>
          </a:p>
        </p:txBody>
      </p:sp>
      <p:sp>
        <p:nvSpPr>
          <p:cNvPr id="20" name="Text 14"/>
          <p:cNvSpPr txBox="1"/>
          <p:nvPr/>
        </p:nvSpPr>
        <p:spPr>
          <a:xfrm>
            <a:off x="5871362" y="3204972"/>
            <a:ext cx="2012594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우동</a:t>
            </a:r>
            <a:endParaRPr lang="en-US" sz="1300" dirty="0"/>
          </a:p>
        </p:txBody>
      </p:sp>
      <p:sp>
        <p:nvSpPr>
          <p:cNvPr id="21" name="Text 15"/>
          <p:cNvSpPr txBox="1"/>
          <p:nvPr/>
        </p:nvSpPr>
        <p:spPr>
          <a:xfrm>
            <a:off x="5871362" y="3497580"/>
            <a:ext cx="2012594" cy="11247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우동·김치우동·튀김우동. 저녁 시간대와 추운 계절에 강함</a:t>
            </a:r>
            <a:endParaRPr lang="en-US" sz="800" dirty="0"/>
          </a:p>
        </p:txBody>
      </p:sp>
      <p:sp>
        <p:nvSpPr>
          <p:cNvPr id="22" name="Shape 16"/>
          <p:cNvSpPr/>
          <p:nvPr/>
        </p:nvSpPr>
        <p:spPr>
          <a:xfrm>
            <a:off x="8158277" y="3204972"/>
            <a:ext cx="1417320" cy="1417320"/>
          </a:xfrm>
          <a:prstGeom prst="rect">
            <a:avLst/>
          </a:prstGeom>
          <a:solidFill>
            <a:srgbClr val="F4F7FC"/>
          </a:solidFill>
          <a:ln w="12700">
            <a:solidFill>
              <a:srgbClr val="DBE6F6"/>
            </a:solidFill>
            <a:prstDash val="solid"/>
          </a:ln>
        </p:spPr>
      </p:sp>
      <p:sp>
        <p:nvSpPr>
          <p:cNvPr id="23" name="Text 17"/>
          <p:cNvSpPr txBox="1"/>
          <p:nvPr/>
        </p:nvSpPr>
        <p:spPr>
          <a:xfrm>
            <a:off x="8158277" y="3749040"/>
            <a:ext cx="1417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사진 준비 중</a:t>
            </a:r>
            <a:endParaRPr lang="en-US" sz="900" dirty="0"/>
          </a:p>
        </p:txBody>
      </p:sp>
      <p:sp>
        <p:nvSpPr>
          <p:cNvPr id="24" name="Text 18"/>
          <p:cNvSpPr txBox="1"/>
          <p:nvPr/>
        </p:nvSpPr>
        <p:spPr>
          <a:xfrm>
            <a:off x="9721901" y="3204972"/>
            <a:ext cx="2012594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야끼소바</a:t>
            </a:r>
            <a:endParaRPr lang="en-US" sz="1300" dirty="0"/>
          </a:p>
        </p:txBody>
      </p:sp>
      <p:sp>
        <p:nvSpPr>
          <p:cNvPr id="25" name="Text 19"/>
          <p:cNvSpPr txBox="1"/>
          <p:nvPr/>
        </p:nvSpPr>
        <p:spPr>
          <a:xfrm>
            <a:off x="9721901" y="3497580"/>
            <a:ext cx="2012594" cy="11247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철판 야끼소바. 오코노미야끼와 한 부스로 묶어 운영</a:t>
            </a:r>
            <a:endParaRPr lang="en-US" sz="800" dirty="0"/>
          </a:p>
        </p:txBody>
      </p:sp>
      <p:sp>
        <p:nvSpPr>
          <p:cNvPr id="26" name="Shape 20"/>
          <p:cNvSpPr/>
          <p:nvPr/>
        </p:nvSpPr>
        <p:spPr>
          <a:xfrm>
            <a:off x="457200" y="4966716"/>
            <a:ext cx="1417320" cy="1417320"/>
          </a:xfrm>
          <a:prstGeom prst="rect">
            <a:avLst/>
          </a:prstGeom>
          <a:solidFill>
            <a:srgbClr val="F4F7FC"/>
          </a:solidFill>
          <a:ln w="12700">
            <a:solidFill>
              <a:srgbClr val="DBE6F6"/>
            </a:solidFill>
            <a:prstDash val="solid"/>
          </a:ln>
        </p:spPr>
      </p:sp>
      <p:sp>
        <p:nvSpPr>
          <p:cNvPr id="27" name="Text 21"/>
          <p:cNvSpPr txBox="1"/>
          <p:nvPr/>
        </p:nvSpPr>
        <p:spPr>
          <a:xfrm>
            <a:off x="457200" y="5510784"/>
            <a:ext cx="1417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사진 준비 중</a:t>
            </a:r>
            <a:endParaRPr lang="en-US" sz="900" dirty="0"/>
          </a:p>
        </p:txBody>
      </p:sp>
      <p:sp>
        <p:nvSpPr>
          <p:cNvPr id="28" name="Text 22"/>
          <p:cNvSpPr txBox="1"/>
          <p:nvPr/>
        </p:nvSpPr>
        <p:spPr>
          <a:xfrm>
            <a:off x="2020824" y="4966716"/>
            <a:ext cx="2012594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회오리감자 · 소떡소떡</a:t>
            </a:r>
            <a:endParaRPr lang="en-US" sz="1300" dirty="0"/>
          </a:p>
        </p:txBody>
      </p:sp>
      <p:sp>
        <p:nvSpPr>
          <p:cNvPr id="29" name="Text 23"/>
          <p:cNvSpPr txBox="1"/>
          <p:nvPr/>
        </p:nvSpPr>
        <p:spPr>
          <a:xfrm>
            <a:off x="2020824" y="5259324"/>
            <a:ext cx="2012594" cy="11247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4,000~5,000원대. 아이 동반 가족이 가장 먼저 서는 부스</a:t>
            </a:r>
            <a:endParaRPr lang="en-US" sz="800" dirty="0"/>
          </a:p>
        </p:txBody>
      </p:sp>
      <p:sp>
        <p:nvSpPr>
          <p:cNvPr id="30" name="Shape 24"/>
          <p:cNvSpPr/>
          <p:nvPr/>
        </p:nvSpPr>
        <p:spPr>
          <a:xfrm>
            <a:off x="4307738" y="4966716"/>
            <a:ext cx="1417320" cy="1417320"/>
          </a:xfrm>
          <a:prstGeom prst="rect">
            <a:avLst/>
          </a:prstGeom>
          <a:solidFill>
            <a:srgbClr val="F4F7FC"/>
          </a:solidFill>
          <a:ln w="12700">
            <a:solidFill>
              <a:srgbClr val="DBE6F6"/>
            </a:solidFill>
            <a:prstDash val="solid"/>
          </a:ln>
        </p:spPr>
      </p:sp>
      <p:sp>
        <p:nvSpPr>
          <p:cNvPr id="31" name="Text 25"/>
          <p:cNvSpPr txBox="1"/>
          <p:nvPr/>
        </p:nvSpPr>
        <p:spPr>
          <a:xfrm>
            <a:off x="4307738" y="5510784"/>
            <a:ext cx="1417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사진 준비 중</a:t>
            </a:r>
            <a:endParaRPr lang="en-US" sz="900" dirty="0"/>
          </a:p>
        </p:txBody>
      </p:sp>
      <p:sp>
        <p:nvSpPr>
          <p:cNvPr id="32" name="Text 26"/>
          <p:cNvSpPr txBox="1"/>
          <p:nvPr/>
        </p:nvSpPr>
        <p:spPr>
          <a:xfrm>
            <a:off x="5871362" y="4966716"/>
            <a:ext cx="2012594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핫도그</a:t>
            </a:r>
            <a:endParaRPr lang="en-US" sz="1300" dirty="0"/>
          </a:p>
        </p:txBody>
      </p:sp>
      <p:sp>
        <p:nvSpPr>
          <p:cNvPr id="33" name="Text 27"/>
          <p:cNvSpPr txBox="1"/>
          <p:nvPr/>
        </p:nvSpPr>
        <p:spPr>
          <a:xfrm>
            <a:off x="5871362" y="5259324"/>
            <a:ext cx="2012594" cy="11247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뉴욕핫도그·옛날핫도그. 한 손 취식형 저단가 메뉴</a:t>
            </a:r>
            <a:endParaRPr lang="en-US" sz="800" dirty="0"/>
          </a:p>
        </p:txBody>
      </p:sp>
      <p:sp>
        <p:nvSpPr>
          <p:cNvPr id="34" name="Shape 28"/>
          <p:cNvSpPr/>
          <p:nvPr/>
        </p:nvSpPr>
        <p:spPr>
          <a:xfrm>
            <a:off x="8158277" y="4966716"/>
            <a:ext cx="1417320" cy="1417320"/>
          </a:xfrm>
          <a:prstGeom prst="rect">
            <a:avLst/>
          </a:prstGeom>
          <a:solidFill>
            <a:srgbClr val="F4F7FC"/>
          </a:solidFill>
          <a:ln w="12700">
            <a:solidFill>
              <a:srgbClr val="DBE6F6"/>
            </a:solidFill>
            <a:prstDash val="solid"/>
          </a:ln>
        </p:spPr>
      </p:sp>
      <p:sp>
        <p:nvSpPr>
          <p:cNvPr id="35" name="Text 29"/>
          <p:cNvSpPr txBox="1"/>
          <p:nvPr/>
        </p:nvSpPr>
        <p:spPr>
          <a:xfrm>
            <a:off x="8158277" y="5510784"/>
            <a:ext cx="1417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사진 준비 중</a:t>
            </a:r>
            <a:endParaRPr lang="en-US" sz="900" dirty="0"/>
          </a:p>
        </p:txBody>
      </p:sp>
      <p:sp>
        <p:nvSpPr>
          <p:cNvPr id="36" name="Text 30"/>
          <p:cNvSpPr txBox="1"/>
          <p:nvPr/>
        </p:nvSpPr>
        <p:spPr>
          <a:xfrm>
            <a:off x="9721901" y="4966716"/>
            <a:ext cx="2012594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새우꼬치 · 부산어묵</a:t>
            </a:r>
            <a:endParaRPr lang="en-US" sz="1300" dirty="0"/>
          </a:p>
        </p:txBody>
      </p:sp>
      <p:sp>
        <p:nvSpPr>
          <p:cNvPr id="37" name="Text 31"/>
          <p:cNvSpPr txBox="1"/>
          <p:nvPr/>
        </p:nvSpPr>
        <p:spPr>
          <a:xfrm>
            <a:off x="9721901" y="5259324"/>
            <a:ext cx="2012594" cy="11247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레몬새우·칠리새우와 어묵 3꼬치 4,000원 구성</a:t>
            </a:r>
            <a:endParaRPr lang="en-US" sz="800" dirty="0"/>
          </a:p>
        </p:txBody>
      </p:sp>
      <p:sp>
        <p:nvSpPr>
          <p:cNvPr id="38" name="Text 32"/>
          <p:cNvSpPr txBox="1"/>
          <p:nvPr/>
        </p:nvSpPr>
        <p:spPr>
          <a:xfrm>
            <a:off x="457200" y="6492240"/>
            <a:ext cx="10637215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플릿 유니온 · www.flitunion.com</a:t>
            </a:r>
            <a:endParaRPr lang="en-US" sz="750" dirty="0"/>
          </a:p>
        </p:txBody>
      </p:sp>
      <p:sp>
        <p:nvSpPr>
          <p:cNvPr id="39" name="Text 33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/ 3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01168"/>
            <a:ext cx="121916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100" kern="0" dirty="0">
                <a:solidFill>
                  <a:srgbClr val="3182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플릿 유니온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0" y="45720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B1F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푸드트럭 메뉴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809848" y="932688"/>
            <a:ext cx="4572000" cy="310896"/>
          </a:xfrm>
          <a:prstGeom prst="roundRect">
            <a:avLst>
              <a:gd name="adj" fmla="val 50000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3809848" y="932688"/>
            <a:ext cx="4572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간식 · 음료 확장 ·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443228"/>
            <a:ext cx="1417320" cy="1417320"/>
          </a:xfrm>
          <a:prstGeom prst="rect">
            <a:avLst/>
          </a:prstGeom>
          <a:solidFill>
            <a:srgbClr val="F4F7FC"/>
          </a:solidFill>
          <a:ln w="12700">
            <a:solidFill>
              <a:srgbClr val="DBE6F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987296"/>
            <a:ext cx="1417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사진 준비 중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2020824" y="1443228"/>
            <a:ext cx="2012594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새우튀김 · 새우버거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2020824" y="1735836"/>
            <a:ext cx="2012594" cy="11247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튀김류 중심 구성. 감자튀김 사이드 운영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307738" y="1443228"/>
            <a:ext cx="1417320" cy="1417320"/>
          </a:xfrm>
          <a:prstGeom prst="rect">
            <a:avLst/>
          </a:prstGeom>
          <a:solidFill>
            <a:srgbClr val="F4F7FC"/>
          </a:solidFill>
          <a:ln w="12700">
            <a:solidFill>
              <a:srgbClr val="DBE6F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307738" y="1987296"/>
            <a:ext cx="1417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사진 준비 중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5871362" y="1443228"/>
            <a:ext cx="2012594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충무김밥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871362" y="1735836"/>
            <a:ext cx="2012594" cy="11247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포장 도시락형. 앉을 자리가 있는 행사에 적합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8158277" y="1443228"/>
            <a:ext cx="1417320" cy="1417320"/>
          </a:xfrm>
          <a:prstGeom prst="rect">
            <a:avLst/>
          </a:prstGeom>
          <a:solidFill>
            <a:srgbClr val="F4F7FC"/>
          </a:solidFill>
          <a:ln w="12700">
            <a:solidFill>
              <a:srgbClr val="DBE6F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158277" y="1987296"/>
            <a:ext cx="1417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사진 준비 중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9721901" y="1443228"/>
            <a:ext cx="2012594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빙수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9721901" y="1735836"/>
            <a:ext cx="2012594" cy="11247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컵빙수·사과빙수. 여름 야외 행사 전용 라인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57200" y="3204972"/>
            <a:ext cx="1417320" cy="1417320"/>
          </a:xfrm>
          <a:prstGeom prst="rect">
            <a:avLst/>
          </a:prstGeom>
          <a:solidFill>
            <a:srgbClr val="F4F7FC"/>
          </a:solidFill>
          <a:ln w="12700">
            <a:solidFill>
              <a:srgbClr val="DBE6F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57200" y="3749040"/>
            <a:ext cx="1417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사진 준비 중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2020824" y="3204972"/>
            <a:ext cx="2012594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스페셜티 커피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2020824" y="3497580"/>
            <a:ext cx="2012594" cy="11247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스페셜티 수준 커피 케이터링. 기업 행사·전시에 적합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307738" y="3204972"/>
            <a:ext cx="1417320" cy="1417320"/>
          </a:xfrm>
          <a:prstGeom prst="rect">
            <a:avLst/>
          </a:prstGeom>
          <a:solidFill>
            <a:srgbClr val="F4F7FC"/>
          </a:solidFill>
          <a:ln w="12700">
            <a:solidFill>
              <a:srgbClr val="DBE6F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307738" y="3749040"/>
            <a:ext cx="1417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사진 준비 중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5871362" y="3204972"/>
            <a:ext cx="2012594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커피 · 베이커리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5871362" y="3497580"/>
            <a:ext cx="2012594" cy="11247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프리미엄 커피에 당일 구운 베이커리를 함께 운영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8158277" y="3204972"/>
            <a:ext cx="1417320" cy="1417320"/>
          </a:xfrm>
          <a:prstGeom prst="rect">
            <a:avLst/>
          </a:prstGeom>
          <a:solidFill>
            <a:srgbClr val="F4F7FC"/>
          </a:solidFill>
          <a:ln w="12700">
            <a:solidFill>
              <a:srgbClr val="DBE6F6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158277" y="3749040"/>
            <a:ext cx="1417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사진 준비 중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9721901" y="3204972"/>
            <a:ext cx="2012594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칵테일 · 주류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9721901" y="3497580"/>
            <a:ext cx="2012594" cy="11247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야간 행사 전용. 주류 판매 가능 여부는 장소별 확인 필요</a:t>
            </a:r>
            <a:endParaRPr lang="en-US" sz="80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6492240"/>
            <a:ext cx="10637215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플릿 유니온 · www.flitunion.com</a:t>
            </a:r>
            <a:endParaRPr lang="en-US" sz="750" dirty="0"/>
          </a:p>
        </p:txBody>
      </p:sp>
      <p:sp>
        <p:nvSpPr>
          <p:cNvPr id="31" name="Text 29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/ 3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2026-09-11T00:17:05Z</dcterms:created>
  <dcterms:modified xsi:type="dcterms:W3CDTF">2026-09-11T00:17:05Z</dcterms:modified>
</cp:coreProperties>
</file>