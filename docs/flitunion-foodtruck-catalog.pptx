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image" Target="../media/image-1-4.jpg"/><Relationship Id="rId5" Type="http://schemas.openxmlformats.org/officeDocument/2006/relationships/image" Target="../media/image-1-5.jpg"/><Relationship Id="rId6" Type="http://schemas.openxmlformats.org/officeDocument/2006/relationships/image" Target="../media/image-1-6.jpg"/><Relationship Id="rId7" Type="http://schemas.openxmlformats.org/officeDocument/2006/relationships/image" Target="../media/image-1-7.jpg"/><Relationship Id="rId8" Type="http://schemas.openxmlformats.org/officeDocument/2006/relationships/image" Target="../media/image-1-8.jpg"/><Relationship Id="rId9" Type="http://schemas.openxmlformats.org/officeDocument/2006/relationships/image" Target="../media/image-1-9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image" Target="../media/image-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0B1F44"/>
          </a:solidFill>
          <a:ln w="12700">
            <a:solidFill>
              <a:srgbClr val="0B1F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457200"/>
            <a:ext cx="50292" cy="420624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384048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24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FLIT UNION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54864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메뉴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869887" y="60350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섭외 가능 푸드트럭 24종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869887" y="384048"/>
            <a:ext cx="4754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1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pPr algn="r" indent="0" marL="0">
              <a:buNone/>
            </a:pPr>
            <a:r>
              <a:rPr lang="en-US" sz="900" dirty="0">
                <a:solidFill>
                  <a:srgbClr val="A3B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03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1152144"/>
            <a:ext cx="11057839" cy="10973"/>
          </a:xfrm>
          <a:prstGeom prst="rect">
            <a:avLst/>
          </a:prstGeom>
          <a:solidFill>
            <a:srgbClr val="E4EBF5"/>
          </a:solidFill>
          <a:ln w="12700">
            <a:solidFill>
              <a:srgbClr val="E4EB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6928" y="1426464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10" name="Image 0" descr="/home/user/Flitunion/docs/photos/foodtruck-menu/gopcha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45336"/>
            <a:ext cx="1292352" cy="129235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2142744" y="1563624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2142744" y="1728216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곱창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2142744" y="2020824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철판에 볶아내는 야채곱창과 곱창볶음밥. 저녁·주류 수요가 붙는 야시장형 메뉴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332122" y="1426464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15" name="Image 1" descr="/home/user/Flitunion/docs/photos/foodtruck-menu/cozea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994" y="1545336"/>
            <a:ext cx="1292352" cy="129235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907938" y="1563624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5907938" y="1728216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떡튀순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5907938" y="2020824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떡볶이·오뎅·튀김 3종. 5,000~9,000원대로 회전이 가장 빠른 품목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8097317" y="1426464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20" name="Image 2" descr="/home/user/Flitunion/docs/photos/foodtruck-menu/dakgangjeong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6189" y="1545336"/>
            <a:ext cx="1292352" cy="129235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673133" y="1563624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50" dirty="0"/>
          </a:p>
        </p:txBody>
      </p:sp>
      <p:sp>
        <p:nvSpPr>
          <p:cNvPr id="22" name="Text 17"/>
          <p:cNvSpPr txBox="1"/>
          <p:nvPr/>
        </p:nvSpPr>
        <p:spPr>
          <a:xfrm>
            <a:off x="9673133" y="1728216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닭강정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9673133" y="2020824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간장·양념 닭강정. 컵 포장이라 걸어 다니며 먹기 좋음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566928" y="3139440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25" name="Image 3" descr="/home/user/Flitunion/docs/photos/foodtruck-menu/dutch-kkochi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58312"/>
            <a:ext cx="1292352" cy="129235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2142744" y="3276600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750" dirty="0"/>
          </a:p>
        </p:txBody>
      </p:sp>
      <p:sp>
        <p:nvSpPr>
          <p:cNvPr id="27" name="Text 21"/>
          <p:cNvSpPr txBox="1"/>
          <p:nvPr/>
        </p:nvSpPr>
        <p:spPr>
          <a:xfrm>
            <a:off x="2142744" y="3441192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닭꼬치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2142744" y="3733800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소금구이·데리야끼·매운맛 3종. 5,000원대 저단가 회전 메뉴</a:t>
            </a:r>
            <a:endParaRPr lang="en-US" sz="800" dirty="0"/>
          </a:p>
        </p:txBody>
      </p:sp>
      <p:sp>
        <p:nvSpPr>
          <p:cNvPr id="29" name="Shape 23"/>
          <p:cNvSpPr/>
          <p:nvPr/>
        </p:nvSpPr>
        <p:spPr>
          <a:xfrm>
            <a:off x="4332122" y="3139440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30" name="Image 4" descr="/home/user/Flitunion/docs/photos/foodtruck-menu/steak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0994" y="3258312"/>
            <a:ext cx="1292352" cy="1292352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5907938" y="3276600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750" dirty="0"/>
          </a:p>
        </p:txBody>
      </p:sp>
      <p:sp>
        <p:nvSpPr>
          <p:cNvPr id="32" name="Text 25"/>
          <p:cNvSpPr txBox="1"/>
          <p:nvPr/>
        </p:nvSpPr>
        <p:spPr>
          <a:xfrm>
            <a:off x="5907938" y="3441192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스테이크</a:t>
            </a:r>
            <a:endParaRPr lang="en-US" sz="1250" dirty="0"/>
          </a:p>
        </p:txBody>
      </p:sp>
      <p:sp>
        <p:nvSpPr>
          <p:cNvPr id="33" name="Text 26"/>
          <p:cNvSpPr txBox="1"/>
          <p:nvPr/>
        </p:nvSpPr>
        <p:spPr>
          <a:xfrm>
            <a:off x="5907938" y="3733800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즉석 구이 스테이크와 도시락 구성. 객단가가 가장 높은 메인 메뉴</a:t>
            </a:r>
            <a:endParaRPr lang="en-US" sz="800" dirty="0"/>
          </a:p>
        </p:txBody>
      </p:sp>
      <p:sp>
        <p:nvSpPr>
          <p:cNvPr id="34" name="Shape 27"/>
          <p:cNvSpPr/>
          <p:nvPr/>
        </p:nvSpPr>
        <p:spPr>
          <a:xfrm>
            <a:off x="8097317" y="3139440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35" name="Image 5" descr="/home/user/Flitunion/docs/photos/foodtruck-menu/pizza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6189" y="3258312"/>
            <a:ext cx="1292352" cy="129235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673133" y="3276600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750" dirty="0"/>
          </a:p>
        </p:txBody>
      </p:sp>
      <p:sp>
        <p:nvSpPr>
          <p:cNvPr id="37" name="Text 29"/>
          <p:cNvSpPr txBox="1"/>
          <p:nvPr/>
        </p:nvSpPr>
        <p:spPr>
          <a:xfrm>
            <a:off x="9673133" y="3441192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화덕피자</a:t>
            </a:r>
            <a:endParaRPr lang="en-US" sz="1250" dirty="0"/>
          </a:p>
        </p:txBody>
      </p:sp>
      <p:sp>
        <p:nvSpPr>
          <p:cNvPr id="38" name="Text 30"/>
          <p:cNvSpPr txBox="1"/>
          <p:nvPr/>
        </p:nvSpPr>
        <p:spPr>
          <a:xfrm>
            <a:off x="9673133" y="3733800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페퍼로니·버섯·고르곤졸라. 화덕 자체가 볼거리가 되는 부스</a:t>
            </a:r>
            <a:endParaRPr lang="en-US" sz="800" dirty="0"/>
          </a:p>
        </p:txBody>
      </p:sp>
      <p:sp>
        <p:nvSpPr>
          <p:cNvPr id="39" name="Shape 31"/>
          <p:cNvSpPr/>
          <p:nvPr/>
        </p:nvSpPr>
        <p:spPr>
          <a:xfrm>
            <a:off x="566928" y="4852416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40" name="Image 6" descr="/home/user/Flitunion/docs/photos/foodtruck-menu/kebab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4971288"/>
            <a:ext cx="1292352" cy="1292352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2142744" y="4989576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750" dirty="0"/>
          </a:p>
        </p:txBody>
      </p:sp>
      <p:sp>
        <p:nvSpPr>
          <p:cNvPr id="42" name="Text 33"/>
          <p:cNvSpPr txBox="1"/>
          <p:nvPr/>
        </p:nvSpPr>
        <p:spPr>
          <a:xfrm>
            <a:off x="2142744" y="5154168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케밥</a:t>
            </a:r>
            <a:endParaRPr lang="en-US" sz="1250" dirty="0"/>
          </a:p>
        </p:txBody>
      </p:sp>
      <p:sp>
        <p:nvSpPr>
          <p:cNvPr id="43" name="Text 34"/>
          <p:cNvSpPr txBox="1"/>
          <p:nvPr/>
        </p:nvSpPr>
        <p:spPr>
          <a:xfrm>
            <a:off x="2142744" y="5446776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치킨·램 케밥. 한 손에 들고 먹는 형태라 대기 회전이 빠름</a:t>
            </a:r>
            <a:endParaRPr lang="en-US" sz="800" dirty="0"/>
          </a:p>
        </p:txBody>
      </p:sp>
      <p:sp>
        <p:nvSpPr>
          <p:cNvPr id="44" name="Shape 35"/>
          <p:cNvSpPr/>
          <p:nvPr/>
        </p:nvSpPr>
        <p:spPr>
          <a:xfrm>
            <a:off x="4332122" y="4852416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45" name="Image 7" descr="/home/user/Flitunion/docs/photos/foodtruck-menu/bulchobap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50994" y="4971288"/>
            <a:ext cx="1292352" cy="1292352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907938" y="4989576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750" dirty="0"/>
          </a:p>
        </p:txBody>
      </p:sp>
      <p:sp>
        <p:nvSpPr>
          <p:cNvPr id="47" name="Text 37"/>
          <p:cNvSpPr txBox="1"/>
          <p:nvPr/>
        </p:nvSpPr>
        <p:spPr>
          <a:xfrm>
            <a:off x="5907938" y="5154168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불초밥</a:t>
            </a:r>
            <a:endParaRPr lang="en-US" sz="1250" dirty="0"/>
          </a:p>
        </p:txBody>
      </p:sp>
      <p:sp>
        <p:nvSpPr>
          <p:cNvPr id="48" name="Text 38"/>
          <p:cNvSpPr txBox="1"/>
          <p:nvPr/>
        </p:nvSpPr>
        <p:spPr>
          <a:xfrm>
            <a:off x="5907938" y="5446776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소고기 불초밥·연어초밥. 토치로 구워내는 과정이 그대로 노출됨</a:t>
            </a:r>
            <a:endParaRPr lang="en-US" sz="800" dirty="0"/>
          </a:p>
        </p:txBody>
      </p:sp>
      <p:sp>
        <p:nvSpPr>
          <p:cNvPr id="49" name="Shape 39"/>
          <p:cNvSpPr/>
          <p:nvPr/>
        </p:nvSpPr>
        <p:spPr>
          <a:xfrm>
            <a:off x="8097317" y="4852416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50" name="Image 8" descr="/home/user/Flitunion/docs/photos/foodtruck-menu/takoyaki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16189" y="4971288"/>
            <a:ext cx="1292352" cy="1292352"/>
          </a:xfrm>
          <a:prstGeom prst="rect">
            <a:avLst/>
          </a:prstGeom>
        </p:spPr>
      </p:pic>
      <p:sp>
        <p:nvSpPr>
          <p:cNvPr id="51" name="Text 40"/>
          <p:cNvSpPr txBox="1"/>
          <p:nvPr/>
        </p:nvSpPr>
        <p:spPr>
          <a:xfrm>
            <a:off x="9673133" y="4989576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750" dirty="0"/>
          </a:p>
        </p:txBody>
      </p:sp>
      <p:sp>
        <p:nvSpPr>
          <p:cNvPr id="52" name="Text 41"/>
          <p:cNvSpPr txBox="1"/>
          <p:nvPr/>
        </p:nvSpPr>
        <p:spPr>
          <a:xfrm>
            <a:off x="9673133" y="5154168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타코야끼</a:t>
            </a:r>
            <a:endParaRPr lang="en-US" sz="1250" dirty="0"/>
          </a:p>
        </p:txBody>
      </p:sp>
      <p:sp>
        <p:nvSpPr>
          <p:cNvPr id="53" name="Text 42"/>
          <p:cNvSpPr txBox="1"/>
          <p:nvPr/>
        </p:nvSpPr>
        <p:spPr>
          <a:xfrm>
            <a:off x="9673133" y="5446776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오리지널·매운맛. 조리 과정이 보여 대기줄이 그림이 되는 품목</a:t>
            </a:r>
            <a:endParaRPr lang="en-US" sz="800" dirty="0"/>
          </a:p>
        </p:txBody>
      </p:sp>
      <p:sp>
        <p:nvSpPr>
          <p:cNvPr id="54" name="Shape 43"/>
          <p:cNvSpPr/>
          <p:nvPr/>
        </p:nvSpPr>
        <p:spPr>
          <a:xfrm>
            <a:off x="566928" y="6400800"/>
            <a:ext cx="11057839" cy="10973"/>
          </a:xfrm>
          <a:prstGeom prst="rect">
            <a:avLst/>
          </a:prstGeom>
          <a:solidFill>
            <a:srgbClr val="E4EBF5"/>
          </a:solidFill>
          <a:ln w="12700">
            <a:solidFill>
              <a:srgbClr val="E4EBF5"/>
            </a:solidFill>
            <a:prstDash val="solid"/>
          </a:ln>
        </p:spPr>
      </p:sp>
      <p:sp>
        <p:nvSpPr>
          <p:cNvPr id="55" name="Text 44"/>
          <p:cNvSpPr txBox="1"/>
          <p:nvPr/>
        </p:nvSpPr>
        <p:spPr>
          <a:xfrm>
            <a:off x="566928" y="6492240"/>
            <a:ext cx="10234879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A3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  |   www.flitunion.com</a:t>
            </a:r>
            <a:endParaRPr lang="en-US" sz="750" dirty="0"/>
          </a:p>
        </p:txBody>
      </p:sp>
      <p:sp>
        <p:nvSpPr>
          <p:cNvPr id="56" name="Text 45"/>
          <p:cNvSpPr txBox="1"/>
          <p:nvPr/>
        </p:nvSpPr>
        <p:spPr>
          <a:xfrm>
            <a:off x="566928" y="6492240"/>
            <a:ext cx="110578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60" kern="0" dirty="0">
                <a:solidFill>
                  <a:srgbClr val="A3B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FLIT UNION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0B1F44"/>
          </a:solidFill>
          <a:ln w="12700">
            <a:solidFill>
              <a:srgbClr val="0B1F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457200"/>
            <a:ext cx="50292" cy="420624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384048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24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FLIT UNION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54864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메뉴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869887" y="60350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섭외 가능 푸드트럭 24종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869887" y="384048"/>
            <a:ext cx="4754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1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pPr algn="r" indent="0" marL="0">
              <a:buNone/>
            </a:pPr>
            <a:r>
              <a:rPr lang="en-US" sz="900" dirty="0">
                <a:solidFill>
                  <a:srgbClr val="A3B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03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1152144"/>
            <a:ext cx="11057839" cy="10973"/>
          </a:xfrm>
          <a:prstGeom prst="rect">
            <a:avLst/>
          </a:prstGeom>
          <a:solidFill>
            <a:srgbClr val="E4EBF5"/>
          </a:solidFill>
          <a:ln w="12700">
            <a:solidFill>
              <a:srgbClr val="E4EB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6928" y="1426464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10" name="Image 0" descr="/home/user/Flitunion/docs/photos/foodtruck-menu/takoaz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45336"/>
            <a:ext cx="1292352" cy="129235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2142744" y="1563624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2142744" y="1728216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오코노미야끼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2142744" y="2020824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철판에 부쳐내는 오코노미야끼. 타코야끼와 함께 운영 가능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332122" y="1426464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15" name="Image 1" descr="/home/user/Flitunion/docs/photos/foodtruck-menu/shasha-crep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994" y="1545336"/>
            <a:ext cx="1292352" cy="129235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907938" y="1563624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5907938" y="1728216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크레페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5907938" y="2020824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생크림·과일 크레페와 크레페 파르페. 디저트 라인 대표 메뉴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8097317" y="1426464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20" name="Image 2" descr="/home/user/Flitunion/docs/photos/foodtruck-menu/churro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6189" y="1545336"/>
            <a:ext cx="1292352" cy="129235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673133" y="1563624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750" dirty="0"/>
          </a:p>
        </p:txBody>
      </p:sp>
      <p:sp>
        <p:nvSpPr>
          <p:cNvPr id="22" name="Text 17"/>
          <p:cNvSpPr txBox="1"/>
          <p:nvPr/>
        </p:nvSpPr>
        <p:spPr>
          <a:xfrm>
            <a:off x="9673133" y="1728216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츄러스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9673133" y="2020824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츄러스와 아이스크림 츄러스. 아이 동반 가족 대응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566928" y="3139440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25" name="Image 3" descr="/home/user/Flitunion/docs/photos/foodtruck-menu/chan-caf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58312"/>
            <a:ext cx="1292352" cy="129235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2142744" y="3276600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750" dirty="0"/>
          </a:p>
        </p:txBody>
      </p:sp>
      <p:sp>
        <p:nvSpPr>
          <p:cNvPr id="27" name="Text 21"/>
          <p:cNvSpPr txBox="1"/>
          <p:nvPr/>
        </p:nvSpPr>
        <p:spPr>
          <a:xfrm>
            <a:off x="2142744" y="3441192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 · 에이드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2142744" y="3733800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아메리카노·에이드·스무디. 체류 시간을 늘리는 필수 구성</a:t>
            </a:r>
            <a:endParaRPr lang="en-US" sz="800" dirty="0"/>
          </a:p>
        </p:txBody>
      </p:sp>
      <p:sp>
        <p:nvSpPr>
          <p:cNvPr id="29" name="Shape 23"/>
          <p:cNvSpPr/>
          <p:nvPr/>
        </p:nvSpPr>
        <p:spPr>
          <a:xfrm>
            <a:off x="4332122" y="3139440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4450994" y="3258312"/>
            <a:ext cx="1292352" cy="1292352"/>
          </a:xfrm>
          <a:prstGeom prst="rect">
            <a:avLst/>
          </a:prstGeom>
          <a:solidFill>
            <a:srgbClr val="EFF3F9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4450994" y="3758184"/>
            <a:ext cx="1292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3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800" dirty="0"/>
          </a:p>
        </p:txBody>
      </p:sp>
      <p:sp>
        <p:nvSpPr>
          <p:cNvPr id="32" name="Text 26"/>
          <p:cNvSpPr txBox="1"/>
          <p:nvPr/>
        </p:nvSpPr>
        <p:spPr>
          <a:xfrm>
            <a:off x="5907938" y="3276600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750" dirty="0"/>
          </a:p>
        </p:txBody>
      </p:sp>
      <p:sp>
        <p:nvSpPr>
          <p:cNvPr id="33" name="Text 27"/>
          <p:cNvSpPr txBox="1"/>
          <p:nvPr/>
        </p:nvSpPr>
        <p:spPr>
          <a:xfrm>
            <a:off x="5907938" y="3441192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우동</a:t>
            </a:r>
            <a:endParaRPr lang="en-US" sz="1250" dirty="0"/>
          </a:p>
        </p:txBody>
      </p:sp>
      <p:sp>
        <p:nvSpPr>
          <p:cNvPr id="34" name="Text 28"/>
          <p:cNvSpPr txBox="1"/>
          <p:nvPr/>
        </p:nvSpPr>
        <p:spPr>
          <a:xfrm>
            <a:off x="5907938" y="3733800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우동·김치우동·튀김우동. 저녁 시간대와 추운 계절에 강함</a:t>
            </a:r>
            <a:endParaRPr lang="en-US" sz="800" dirty="0"/>
          </a:p>
        </p:txBody>
      </p:sp>
      <p:sp>
        <p:nvSpPr>
          <p:cNvPr id="35" name="Shape 29"/>
          <p:cNvSpPr/>
          <p:nvPr/>
        </p:nvSpPr>
        <p:spPr>
          <a:xfrm>
            <a:off x="8097317" y="3139440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8216189" y="3258312"/>
            <a:ext cx="1292352" cy="1292352"/>
          </a:xfrm>
          <a:prstGeom prst="rect">
            <a:avLst/>
          </a:prstGeom>
          <a:solidFill>
            <a:srgbClr val="EFF3F9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8216189" y="3758184"/>
            <a:ext cx="1292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3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800" dirty="0"/>
          </a:p>
        </p:txBody>
      </p:sp>
      <p:sp>
        <p:nvSpPr>
          <p:cNvPr id="38" name="Text 32"/>
          <p:cNvSpPr txBox="1"/>
          <p:nvPr/>
        </p:nvSpPr>
        <p:spPr>
          <a:xfrm>
            <a:off x="9673133" y="3276600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750" dirty="0"/>
          </a:p>
        </p:txBody>
      </p:sp>
      <p:sp>
        <p:nvSpPr>
          <p:cNvPr id="39" name="Text 33"/>
          <p:cNvSpPr txBox="1"/>
          <p:nvPr/>
        </p:nvSpPr>
        <p:spPr>
          <a:xfrm>
            <a:off x="9673133" y="3441192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야끼소바</a:t>
            </a:r>
            <a:endParaRPr lang="en-US" sz="1250" dirty="0"/>
          </a:p>
        </p:txBody>
      </p:sp>
      <p:sp>
        <p:nvSpPr>
          <p:cNvPr id="40" name="Text 34"/>
          <p:cNvSpPr txBox="1"/>
          <p:nvPr/>
        </p:nvSpPr>
        <p:spPr>
          <a:xfrm>
            <a:off x="9673133" y="3733800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철판 야끼소바. 오코노미야끼와 한 부스로 묶어 운영</a:t>
            </a:r>
            <a:endParaRPr lang="en-US" sz="800" dirty="0"/>
          </a:p>
        </p:txBody>
      </p:sp>
      <p:sp>
        <p:nvSpPr>
          <p:cNvPr id="41" name="Shape 35"/>
          <p:cNvSpPr/>
          <p:nvPr/>
        </p:nvSpPr>
        <p:spPr>
          <a:xfrm>
            <a:off x="566928" y="4852416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42" name="Shape 36"/>
          <p:cNvSpPr/>
          <p:nvPr/>
        </p:nvSpPr>
        <p:spPr>
          <a:xfrm>
            <a:off x="685800" y="4971288"/>
            <a:ext cx="1292352" cy="1292352"/>
          </a:xfrm>
          <a:prstGeom prst="rect">
            <a:avLst/>
          </a:prstGeom>
          <a:solidFill>
            <a:srgbClr val="EFF3F9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685800" y="5471160"/>
            <a:ext cx="1292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3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800" dirty="0"/>
          </a:p>
        </p:txBody>
      </p:sp>
      <p:sp>
        <p:nvSpPr>
          <p:cNvPr id="44" name="Text 38"/>
          <p:cNvSpPr txBox="1"/>
          <p:nvPr/>
        </p:nvSpPr>
        <p:spPr>
          <a:xfrm>
            <a:off x="2142744" y="4989576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750" dirty="0"/>
          </a:p>
        </p:txBody>
      </p:sp>
      <p:sp>
        <p:nvSpPr>
          <p:cNvPr id="45" name="Text 39"/>
          <p:cNvSpPr txBox="1"/>
          <p:nvPr/>
        </p:nvSpPr>
        <p:spPr>
          <a:xfrm>
            <a:off x="2142744" y="5154168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회오리감자 · 소떡소떡</a:t>
            </a:r>
            <a:endParaRPr lang="en-US" sz="1250" dirty="0"/>
          </a:p>
        </p:txBody>
      </p:sp>
      <p:sp>
        <p:nvSpPr>
          <p:cNvPr id="46" name="Text 40"/>
          <p:cNvSpPr txBox="1"/>
          <p:nvPr/>
        </p:nvSpPr>
        <p:spPr>
          <a:xfrm>
            <a:off x="2142744" y="5446776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4,000~5,000원대. 아이 동반 가족이 가장 먼저 서는 부스</a:t>
            </a:r>
            <a:endParaRPr lang="en-US" sz="800" dirty="0"/>
          </a:p>
        </p:txBody>
      </p:sp>
      <p:sp>
        <p:nvSpPr>
          <p:cNvPr id="47" name="Shape 41"/>
          <p:cNvSpPr/>
          <p:nvPr/>
        </p:nvSpPr>
        <p:spPr>
          <a:xfrm>
            <a:off x="4332122" y="4852416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48" name="Shape 42"/>
          <p:cNvSpPr/>
          <p:nvPr/>
        </p:nvSpPr>
        <p:spPr>
          <a:xfrm>
            <a:off x="4450994" y="4971288"/>
            <a:ext cx="1292352" cy="1292352"/>
          </a:xfrm>
          <a:prstGeom prst="rect">
            <a:avLst/>
          </a:prstGeom>
          <a:solidFill>
            <a:srgbClr val="EFF3F9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49" name="Text 43"/>
          <p:cNvSpPr txBox="1"/>
          <p:nvPr/>
        </p:nvSpPr>
        <p:spPr>
          <a:xfrm>
            <a:off x="4450994" y="5471160"/>
            <a:ext cx="1292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3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800" dirty="0"/>
          </a:p>
        </p:txBody>
      </p:sp>
      <p:sp>
        <p:nvSpPr>
          <p:cNvPr id="50" name="Text 44"/>
          <p:cNvSpPr txBox="1"/>
          <p:nvPr/>
        </p:nvSpPr>
        <p:spPr>
          <a:xfrm>
            <a:off x="5907938" y="4989576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750" dirty="0"/>
          </a:p>
        </p:txBody>
      </p:sp>
      <p:sp>
        <p:nvSpPr>
          <p:cNvPr id="51" name="Text 45"/>
          <p:cNvSpPr txBox="1"/>
          <p:nvPr/>
        </p:nvSpPr>
        <p:spPr>
          <a:xfrm>
            <a:off x="5907938" y="5154168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핫도그</a:t>
            </a:r>
            <a:endParaRPr lang="en-US" sz="1250" dirty="0"/>
          </a:p>
        </p:txBody>
      </p:sp>
      <p:sp>
        <p:nvSpPr>
          <p:cNvPr id="52" name="Text 46"/>
          <p:cNvSpPr txBox="1"/>
          <p:nvPr/>
        </p:nvSpPr>
        <p:spPr>
          <a:xfrm>
            <a:off x="5907938" y="5446776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뉴욕핫도그·옛날핫도그. 한 손 취식형 저단가 메뉴</a:t>
            </a:r>
            <a:endParaRPr lang="en-US" sz="800" dirty="0"/>
          </a:p>
        </p:txBody>
      </p:sp>
      <p:sp>
        <p:nvSpPr>
          <p:cNvPr id="53" name="Shape 47"/>
          <p:cNvSpPr/>
          <p:nvPr/>
        </p:nvSpPr>
        <p:spPr>
          <a:xfrm>
            <a:off x="8097317" y="4852416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54" name="Shape 48"/>
          <p:cNvSpPr/>
          <p:nvPr/>
        </p:nvSpPr>
        <p:spPr>
          <a:xfrm>
            <a:off x="8216189" y="4971288"/>
            <a:ext cx="1292352" cy="1292352"/>
          </a:xfrm>
          <a:prstGeom prst="rect">
            <a:avLst/>
          </a:prstGeom>
          <a:solidFill>
            <a:srgbClr val="EFF3F9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55" name="Text 49"/>
          <p:cNvSpPr txBox="1"/>
          <p:nvPr/>
        </p:nvSpPr>
        <p:spPr>
          <a:xfrm>
            <a:off x="8216189" y="5471160"/>
            <a:ext cx="1292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3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800" dirty="0"/>
          </a:p>
        </p:txBody>
      </p:sp>
      <p:sp>
        <p:nvSpPr>
          <p:cNvPr id="56" name="Text 50"/>
          <p:cNvSpPr txBox="1"/>
          <p:nvPr/>
        </p:nvSpPr>
        <p:spPr>
          <a:xfrm>
            <a:off x="9673133" y="4989576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750" dirty="0"/>
          </a:p>
        </p:txBody>
      </p:sp>
      <p:sp>
        <p:nvSpPr>
          <p:cNvPr id="57" name="Text 51"/>
          <p:cNvSpPr txBox="1"/>
          <p:nvPr/>
        </p:nvSpPr>
        <p:spPr>
          <a:xfrm>
            <a:off x="9673133" y="5154168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새우꼬치 · 부산어묵</a:t>
            </a:r>
            <a:endParaRPr lang="en-US" sz="1250" dirty="0"/>
          </a:p>
        </p:txBody>
      </p:sp>
      <p:sp>
        <p:nvSpPr>
          <p:cNvPr id="58" name="Text 52"/>
          <p:cNvSpPr txBox="1"/>
          <p:nvPr/>
        </p:nvSpPr>
        <p:spPr>
          <a:xfrm>
            <a:off x="9673133" y="5446776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레몬새우·칠리새우와 어묵 3꼬치 4,000원 구성</a:t>
            </a:r>
            <a:endParaRPr lang="en-US" sz="800" dirty="0"/>
          </a:p>
        </p:txBody>
      </p:sp>
      <p:sp>
        <p:nvSpPr>
          <p:cNvPr id="59" name="Shape 53"/>
          <p:cNvSpPr/>
          <p:nvPr/>
        </p:nvSpPr>
        <p:spPr>
          <a:xfrm>
            <a:off x="566928" y="6400800"/>
            <a:ext cx="11057839" cy="10973"/>
          </a:xfrm>
          <a:prstGeom prst="rect">
            <a:avLst/>
          </a:prstGeom>
          <a:solidFill>
            <a:srgbClr val="E4EBF5"/>
          </a:solidFill>
          <a:ln w="12700">
            <a:solidFill>
              <a:srgbClr val="E4EBF5"/>
            </a:solidFill>
            <a:prstDash val="solid"/>
          </a:ln>
        </p:spPr>
      </p:sp>
      <p:sp>
        <p:nvSpPr>
          <p:cNvPr id="60" name="Text 54"/>
          <p:cNvSpPr txBox="1"/>
          <p:nvPr/>
        </p:nvSpPr>
        <p:spPr>
          <a:xfrm>
            <a:off x="566928" y="6492240"/>
            <a:ext cx="10234879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A3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  |   www.flitunion.com</a:t>
            </a:r>
            <a:endParaRPr lang="en-US" sz="750" dirty="0"/>
          </a:p>
        </p:txBody>
      </p:sp>
      <p:sp>
        <p:nvSpPr>
          <p:cNvPr id="61" name="Text 55"/>
          <p:cNvSpPr txBox="1"/>
          <p:nvPr/>
        </p:nvSpPr>
        <p:spPr>
          <a:xfrm>
            <a:off x="566928" y="6492240"/>
            <a:ext cx="110578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60" kern="0" dirty="0">
                <a:solidFill>
                  <a:srgbClr val="A3B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FLIT UNION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0B1F44"/>
          </a:solidFill>
          <a:ln w="12700">
            <a:solidFill>
              <a:srgbClr val="0B1F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457200"/>
            <a:ext cx="50292" cy="420624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384048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24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FLIT UNION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54864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메뉴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869887" y="60350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섭외 가능 푸드트럭 24종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869887" y="384048"/>
            <a:ext cx="4754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1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pPr algn="r" indent="0" marL="0">
              <a:buNone/>
            </a:pPr>
            <a:r>
              <a:rPr lang="en-US" sz="900" dirty="0">
                <a:solidFill>
                  <a:srgbClr val="A3B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03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1152144"/>
            <a:ext cx="11057839" cy="10973"/>
          </a:xfrm>
          <a:prstGeom prst="rect">
            <a:avLst/>
          </a:prstGeom>
          <a:solidFill>
            <a:srgbClr val="E4EBF5"/>
          </a:solidFill>
          <a:ln w="12700">
            <a:solidFill>
              <a:srgbClr val="E4EB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6928" y="1426464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1545336"/>
            <a:ext cx="1292352" cy="1292352"/>
          </a:xfrm>
          <a:prstGeom prst="rect">
            <a:avLst/>
          </a:prstGeom>
          <a:solidFill>
            <a:srgbClr val="EFF3F9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045208"/>
            <a:ext cx="1292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3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142744" y="1563624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2142744" y="1728216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새우튀김 · 새우버거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142744" y="2020824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튀김류 중심 구성. 감자튀김 사이드 운영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332122" y="1426464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50994" y="1545336"/>
            <a:ext cx="1292352" cy="1292352"/>
          </a:xfrm>
          <a:prstGeom prst="rect">
            <a:avLst/>
          </a:prstGeom>
          <a:solidFill>
            <a:srgbClr val="EFF3F9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50994" y="2045208"/>
            <a:ext cx="1292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3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5907938" y="1563624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5907938" y="1728216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충무김밥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907938" y="2020824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포장 도시락형. 앉을 자리가 있는 행사에 적합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8097317" y="1426464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16189" y="1545336"/>
            <a:ext cx="1292352" cy="1292352"/>
          </a:xfrm>
          <a:prstGeom prst="rect">
            <a:avLst/>
          </a:prstGeom>
          <a:solidFill>
            <a:srgbClr val="EFF3F9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16189" y="2045208"/>
            <a:ext cx="1292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3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9673133" y="1563624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9673133" y="1728216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빙수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9673133" y="2020824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컵빙수·사과빙수. 여름 야외 행사 전용 라인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66928" y="3139440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5800" y="3258312"/>
            <a:ext cx="1292352" cy="1292352"/>
          </a:xfrm>
          <a:prstGeom prst="rect">
            <a:avLst/>
          </a:prstGeom>
          <a:solidFill>
            <a:srgbClr val="EFF3F9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3758184"/>
            <a:ext cx="1292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3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2142744" y="3276600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2142744" y="3441192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스페셜티 커피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2142744" y="3733800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스페셜티 수준 커피 케이터링. 기업 행사·전시에 적합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332122" y="3139440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50994" y="3258312"/>
            <a:ext cx="1292352" cy="1292352"/>
          </a:xfrm>
          <a:prstGeom prst="rect">
            <a:avLst/>
          </a:prstGeom>
          <a:solidFill>
            <a:srgbClr val="EFF3F9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450994" y="3758184"/>
            <a:ext cx="1292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3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5907938" y="3276600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5907938" y="3441192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 · 베이커리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5907938" y="3733800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프리미엄 커피에 당일 구운 베이커리를 함께 운영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8097317" y="3139440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16189" y="3258312"/>
            <a:ext cx="1292352" cy="1292352"/>
          </a:xfrm>
          <a:prstGeom prst="rect">
            <a:avLst/>
          </a:prstGeom>
          <a:solidFill>
            <a:srgbClr val="EFF3F9"/>
          </a:solidFill>
          <a:ln w="9525">
            <a:solidFill>
              <a:srgbClr val="E4EBF5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216189" y="3758184"/>
            <a:ext cx="1292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3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9673133" y="3276600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750" dirty="0"/>
          </a:p>
        </p:txBody>
      </p:sp>
      <p:sp>
        <p:nvSpPr>
          <p:cNvPr id="43" name="Text 41"/>
          <p:cNvSpPr txBox="1"/>
          <p:nvPr/>
        </p:nvSpPr>
        <p:spPr>
          <a:xfrm>
            <a:off x="9673133" y="3441192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칵테일 · 주류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9673133" y="3733800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행사 전용. 주류 판매 가능 여부는 장소별 확인 필요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566928" y="6400800"/>
            <a:ext cx="11057839" cy="10973"/>
          </a:xfrm>
          <a:prstGeom prst="rect">
            <a:avLst/>
          </a:prstGeom>
          <a:solidFill>
            <a:srgbClr val="E4EBF5"/>
          </a:solidFill>
          <a:ln w="12700">
            <a:solidFill>
              <a:srgbClr val="E4EBF5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66928" y="6492240"/>
            <a:ext cx="10234879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A3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  |   www.flitunion.com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566928" y="6492240"/>
            <a:ext cx="110578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60" kern="0" dirty="0">
                <a:solidFill>
                  <a:srgbClr val="A3B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FLIT UNION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2026-09-11T00:24:02Z</dcterms:created>
  <dcterms:modified xsi:type="dcterms:W3CDTF">2026-09-11T00:24:02Z</dcterms:modified>
</cp:coreProperties>
</file>