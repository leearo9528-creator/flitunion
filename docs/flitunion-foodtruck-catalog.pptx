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foodtruck-menu/gopch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곱창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볶아내는 야채곱창과 곱창볶음밥. 저녁·주류 수요가 붙는 야시장형 메뉴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foodtruck-menu/coz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떡튀순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떡볶이·오뎅·튀김 3종. 5,000~9,000원대로 회전이 가장 빠른 품목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foodtruck-menu/dakgangjeo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닭강정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간장·양념 닭강정. 컵 포장이라 걸어 다니며 먹기 좋음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foodtruck-menu/dutch-kkochi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닭꼬치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소금구이·데리야끼·매운맛 3종. 5,000원대 저단가 회전 메뉴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0" name="Image 4" descr="/home/user/Flitunion/docs/photos/foodtruck-menu/stea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0994" y="3258312"/>
            <a:ext cx="1292352" cy="12923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스테이크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구이 스테이크와 도시락 구성. 객단가가 가장 높은 메인 메뉴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5" name="Image 5" descr="/home/user/Flitunion/docs/photos/foodtruck-menu/pizz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189" y="3258312"/>
            <a:ext cx="1292352" cy="12923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화덕피자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페퍼로니·버섯·고르곤졸라. 화덕 자체가 볼거리가 되는 부스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0" name="Image 6" descr="/home/user/Flitunion/docs/photos/foodtruck-menu/kebab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71288"/>
            <a:ext cx="1292352" cy="129235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42" name="Text 33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케밥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치킨·램 케밥. 한 손에 들고 먹는 형태라 대기 회전이 빠름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5" name="Image 7" descr="/home/user/Flitunion/docs/photos/foodtruck-menu/bulchoba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50994" y="4971288"/>
            <a:ext cx="1292352" cy="129235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불초밥</a:t>
            </a:r>
            <a:endParaRPr lang="en-US" sz="1250" dirty="0"/>
          </a:p>
        </p:txBody>
      </p:sp>
      <p:sp>
        <p:nvSpPr>
          <p:cNvPr id="48" name="Text 38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 불초밥·연어초밥. 토치로 구워내는 과정이 그대로 노출됨</a:t>
            </a:r>
            <a:endParaRPr lang="en-US" sz="800" dirty="0"/>
          </a:p>
        </p:txBody>
      </p:sp>
      <p:sp>
        <p:nvSpPr>
          <p:cNvPr id="49" name="Shape 39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50" name="Image 8" descr="/home/user/Flitunion/docs/photos/foodtruck-menu/takoyaki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6189" y="4971288"/>
            <a:ext cx="1292352" cy="12923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52" name="Text 4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타코야끼</a:t>
            </a:r>
            <a:endParaRPr lang="en-US" sz="1250" dirty="0"/>
          </a:p>
        </p:txBody>
      </p:sp>
      <p:sp>
        <p:nvSpPr>
          <p:cNvPr id="53" name="Text 4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오리지널·매운맛. 조리 과정이 보여 대기줄이 그림이 되는 품목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foodtruck-menu/takoaz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오코노미야끼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부쳐내는 오코노미야끼. 타코야끼와 함께 운영 가능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foodtruck-menu/shasha-crep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생크림·과일 크레페와 크레페 파르페. 디저트 라인 대표 메뉴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foodtruck-menu/churro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츄러스와 아이스크림 츄러스. 아이 동반 가족 대응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foodtruck-menu/chan-caf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에이드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아메리카노·에이드·스무디. 체류 시간을 늘리는 필수 구성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450994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450994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33" name="Text 27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우동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우동·김치우동·튀김우동. 저녁 시간대와 추운 계절에 강함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6189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216189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8" name="Text 32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39" name="Text 33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야끼소바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 야끼소바. 오코노미야끼와 한 부스로 묶어 운영</a:t>
            </a:r>
            <a:endParaRPr lang="en-US" sz="800" dirty="0"/>
          </a:p>
        </p:txBody>
      </p:sp>
      <p:sp>
        <p:nvSpPr>
          <p:cNvPr id="41" name="Shape 35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685800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85800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44" name="Text 38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회오리감자 · 소떡소떡</a:t>
            </a:r>
            <a:endParaRPr lang="en-US" sz="1250" dirty="0"/>
          </a:p>
        </p:txBody>
      </p:sp>
      <p:sp>
        <p:nvSpPr>
          <p:cNvPr id="46" name="Text 40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4,000~5,000원대. 아이 동반 가족이 가장 먼저 서는 부스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4450994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4450994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51" name="Text 45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핫도그</a:t>
            </a:r>
            <a:endParaRPr lang="en-US" sz="1250" dirty="0"/>
          </a:p>
        </p:txBody>
      </p:sp>
      <p:sp>
        <p:nvSpPr>
          <p:cNvPr id="52" name="Text 46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뉴욕핫도그·옛날핫도그. 한 손 취식형 저단가 메뉴</a:t>
            </a:r>
            <a:endParaRPr lang="en-US" sz="800" dirty="0"/>
          </a:p>
        </p:txBody>
      </p:sp>
      <p:sp>
        <p:nvSpPr>
          <p:cNvPr id="53" name="Shape 47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8216189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8216189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56" name="Text 5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57" name="Text 5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새우꼬치 · 부산어묵</a:t>
            </a:r>
            <a:endParaRPr lang="en-US" sz="1250" dirty="0"/>
          </a:p>
        </p:txBody>
      </p:sp>
      <p:sp>
        <p:nvSpPr>
          <p:cNvPr id="58" name="Text 5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레몬새우·칠리새우와 어묵 3꼬치 4,000원 구성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61" name="Text 5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새우튀김 · 새우버거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튀김류 중심 구성. 감자튀김 사이드 운영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0994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0994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충무김밥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 도시락형. 앉을 자리가 있는 행사에 적합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16189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16189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빙수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컵빙수·사과빙수. 여름 야외 행사 전용 라인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커피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수준 커피 케이터링. 기업 행사·전시에 적합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0994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50994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베이커리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커피에 당일 구운 베이커리를 함께 운영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6189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16189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칵테일 · 주류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전용. 주류 판매 가능 여부는 장소별 확인 필요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2026-09-11T00:31:16Z</dcterms:created>
  <dcterms:modified xsi:type="dcterms:W3CDTF">2026-09-11T00:31:16Z</dcterms:modified>
</cp:coreProperties>
</file>