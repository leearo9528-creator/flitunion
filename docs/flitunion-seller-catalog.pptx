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7.jpg"/><Relationship Id="rId8" Type="http://schemas.openxmlformats.org/officeDocument/2006/relationships/image" Target="../media/image-1-8.jpg"/><Relationship Id="rId9" Type="http://schemas.openxmlformats.org/officeDocument/2006/relationships/image" Target="../media/image-1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image" Target="../media/image-2-6.jpg"/><Relationship Id="rId7" Type="http://schemas.openxmlformats.org/officeDocument/2006/relationships/image" Target="../media/image-2-7.jpg"/><Relationship Id="rId8" Type="http://schemas.openxmlformats.org/officeDocument/2006/relationships/image" Target="../media/image-2-8.jpg"/><Relationship Id="rId9" Type="http://schemas.openxmlformats.org/officeDocument/2006/relationships/image" Target="../media/image-2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image" Target="../media/image-3-7.jpg"/><Relationship Id="rId8" Type="http://schemas.openxmlformats.org/officeDocument/2006/relationships/image" Target="../media/image-3-8.jpg"/><Relationship Id="rId9" Type="http://schemas.openxmlformats.org/officeDocument/2006/relationships/image" Target="../media/image-3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57200"/>
            <a:ext cx="50292" cy="420624"/>
          </a:xfrm>
          <a:prstGeom prst="rect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840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24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FLIT UNION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5486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플리마켓 셀러 품목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69887" y="60350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셀러가 많은 순 27종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69887" y="38404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algn="r" indent="0" marL="0">
              <a:buNone/>
            </a:pPr>
            <a:r>
              <a:rPr lang="en-US" sz="900" dirty="0">
                <a:solidFill>
                  <a:srgbClr val="A3B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152144"/>
            <a:ext cx="11057839" cy="10973"/>
          </a:xfrm>
          <a:prstGeom prst="rect">
            <a:avLst/>
          </a:prstGeom>
          <a:solidFill>
            <a:srgbClr val="E4EBF5"/>
          </a:solidFill>
          <a:ln w="12700">
            <a:solidFill>
              <a:srgbClr val="E4EB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426464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10" name="Image 0" descr="/home/user/Flitunion/docs/photos/seller-items/desse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45336"/>
            <a:ext cx="1292352" cy="129235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142744" y="1563624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2142744" y="1728216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디저트 · 먹거리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23곳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2142744" y="2020824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마카롱, 쿠키, 케이크, 잼, 밀크티, 솜사탕, 아이스크림. 대부분 완제품이라 전기가 필요 없음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332122" y="1426464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15" name="Image 1" descr="/home/user/Flitunion/docs/photos/seller-items/good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994" y="1545336"/>
            <a:ext cx="1292352" cy="129235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907938" y="1563624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5907938" y="1728216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잡화 · 소품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15곳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5907938" y="2020824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파우치, 미니백, 데코 소품, 문구, 굿즈, 지비츠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8097317" y="1426464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20" name="Image 2" descr="/home/user/Flitunion/docs/photos/seller-items/handmad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189" y="1545336"/>
            <a:ext cx="1292352" cy="129235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673133" y="1563624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22" name="Text 17"/>
          <p:cNvSpPr txBox="1"/>
          <p:nvPr/>
        </p:nvSpPr>
        <p:spPr>
          <a:xfrm>
            <a:off x="9673133" y="1728216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핸드메이드 공방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14곳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9673133" y="2020824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품목을 특정하지 않고 공방 단위로 참가하는 셀러. 행사 성격에 맞춰 품목 조율 가능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566928" y="3139440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25" name="Image 3" descr="/home/user/Flitunion/docs/photos/seller-items/flowe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58312"/>
            <a:ext cx="1292352" cy="129235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142744" y="3276600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27" name="Text 21"/>
          <p:cNvSpPr txBox="1"/>
          <p:nvPr/>
        </p:nvSpPr>
        <p:spPr>
          <a:xfrm>
            <a:off x="2142744" y="3441192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플라워 · 식물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12곳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2142744" y="3733800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생화, 프리저브드, 실크플라워, 다육식물, 가드닝 소품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4332122" y="3139440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30" name="Image 4" descr="/home/user/Flitunion/docs/photos/seller-items/tarot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0994" y="3258312"/>
            <a:ext cx="1292352" cy="129235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907938" y="3276600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  <p:sp>
        <p:nvSpPr>
          <p:cNvPr id="32" name="Text 25"/>
          <p:cNvSpPr txBox="1"/>
          <p:nvPr/>
        </p:nvSpPr>
        <p:spPr>
          <a:xfrm>
            <a:off x="5907938" y="3441192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타로 · 사주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11곳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5907938" y="3733800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타로, 신점, 심리상담. 포화 품목이라 행사당 1~2곳으로 제한 배치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8097317" y="3139440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35" name="Image 5" descr="/home/user/Flitunion/docs/photos/seller-items/pet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6189" y="3258312"/>
            <a:ext cx="1292352" cy="129235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673133" y="3276600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  <p:sp>
        <p:nvSpPr>
          <p:cNvPr id="37" name="Text 29"/>
          <p:cNvSpPr txBox="1"/>
          <p:nvPr/>
        </p:nvSpPr>
        <p:spPr>
          <a:xfrm>
            <a:off x="9673133" y="3441192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반려동물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11곳</a:t>
            </a:r>
            <a:endParaRPr lang="en-US" sz="1250" dirty="0"/>
          </a:p>
        </p:txBody>
      </p:sp>
      <p:sp>
        <p:nvSpPr>
          <p:cNvPr id="38" name="Text 30"/>
          <p:cNvSpPr txBox="1"/>
          <p:nvPr/>
        </p:nvSpPr>
        <p:spPr>
          <a:xfrm>
            <a:off x="9673133" y="3733800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수제 간식, 수제 사료, 하네스, 맞춤 인형. 반려동물 동반 행사 전용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566928" y="4852416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40" name="Image 6" descr="/home/user/Flitunion/docs/photos/seller-items/clothing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971288"/>
            <a:ext cx="1292352" cy="129235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2142744" y="4989576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50" dirty="0"/>
          </a:p>
        </p:txBody>
      </p:sp>
      <p:sp>
        <p:nvSpPr>
          <p:cNvPr id="42" name="Text 33"/>
          <p:cNvSpPr txBox="1"/>
          <p:nvPr/>
        </p:nvSpPr>
        <p:spPr>
          <a:xfrm>
            <a:off x="2142744" y="5154168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의류 · 한복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10곳</a:t>
            </a:r>
            <a:endParaRPr lang="en-US" sz="1250" dirty="0"/>
          </a:p>
        </p:txBody>
      </p:sp>
      <p:sp>
        <p:nvSpPr>
          <p:cNvPr id="43" name="Text 34"/>
          <p:cNvSpPr txBox="1"/>
          <p:nvPr/>
        </p:nvSpPr>
        <p:spPr>
          <a:xfrm>
            <a:off x="2142744" y="5446776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생활한복, 컨템포러리 한복, 여성 의류, 빅사이즈(66 이상), 직수입 빈티지</a:t>
            </a:r>
            <a:endParaRPr lang="en-US" sz="800" dirty="0"/>
          </a:p>
        </p:txBody>
      </p:sp>
      <p:sp>
        <p:nvSpPr>
          <p:cNvPr id="44" name="Shape 35"/>
          <p:cNvSpPr/>
          <p:nvPr/>
        </p:nvSpPr>
        <p:spPr>
          <a:xfrm>
            <a:off x="4332122" y="4852416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45" name="Image 7" descr="/home/user/Flitunion/docs/photos/seller-items/accessory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0994" y="4971288"/>
            <a:ext cx="1292352" cy="1292352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907938" y="4989576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  <p:sp>
        <p:nvSpPr>
          <p:cNvPr id="47" name="Text 37"/>
          <p:cNvSpPr txBox="1"/>
          <p:nvPr/>
        </p:nvSpPr>
        <p:spPr>
          <a:xfrm>
            <a:off x="5907938" y="5154168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악세사리 · 주얼리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8곳</a:t>
            </a:r>
            <a:endParaRPr lang="en-US" sz="1250" dirty="0"/>
          </a:p>
        </p:txBody>
      </p:sp>
      <p:sp>
        <p:nvSpPr>
          <p:cNvPr id="48" name="Text 38"/>
          <p:cNvSpPr txBox="1"/>
          <p:nvPr/>
        </p:nvSpPr>
        <p:spPr>
          <a:xfrm>
            <a:off x="5907938" y="5446776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은세공, 원석 주얼리, 비녀, 블링 악세사리, 스마트폰 악세사리</a:t>
            </a:r>
            <a:endParaRPr lang="en-US" sz="800" dirty="0"/>
          </a:p>
        </p:txBody>
      </p:sp>
      <p:sp>
        <p:nvSpPr>
          <p:cNvPr id="49" name="Shape 39"/>
          <p:cNvSpPr/>
          <p:nvPr/>
        </p:nvSpPr>
        <p:spPr>
          <a:xfrm>
            <a:off x="8097317" y="4852416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50" name="Image 8" descr="/home/user/Flitunion/docs/photos/seller-items/keyring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6189" y="4971288"/>
            <a:ext cx="1292352" cy="1292352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9673133" y="4989576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50" dirty="0"/>
          </a:p>
        </p:txBody>
      </p:sp>
      <p:sp>
        <p:nvSpPr>
          <p:cNvPr id="52" name="Text 41"/>
          <p:cNvSpPr txBox="1"/>
          <p:nvPr/>
        </p:nvSpPr>
        <p:spPr>
          <a:xfrm>
            <a:off x="9673133" y="5154168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키링 · 그립톡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8곳</a:t>
            </a:r>
            <a:endParaRPr lang="en-US" sz="1250" dirty="0"/>
          </a:p>
        </p:txBody>
      </p:sp>
      <p:sp>
        <p:nvSpPr>
          <p:cNvPr id="53" name="Text 42"/>
          <p:cNvSpPr txBox="1"/>
          <p:nvPr/>
        </p:nvSpPr>
        <p:spPr>
          <a:xfrm>
            <a:off x="9673133" y="5446776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레진 그립톡, 폰 비즈키링, 매듭 키링, 인형 키링, 지비츠</a:t>
            </a:r>
            <a:endParaRPr lang="en-US" sz="800" dirty="0"/>
          </a:p>
        </p:txBody>
      </p:sp>
      <p:sp>
        <p:nvSpPr>
          <p:cNvPr id="54" name="Shape 43"/>
          <p:cNvSpPr/>
          <p:nvPr/>
        </p:nvSpPr>
        <p:spPr>
          <a:xfrm>
            <a:off x="566928" y="6400800"/>
            <a:ext cx="11057839" cy="10973"/>
          </a:xfrm>
          <a:prstGeom prst="rect">
            <a:avLst/>
          </a:prstGeom>
          <a:solidFill>
            <a:srgbClr val="E4EBF5"/>
          </a:solidFill>
          <a:ln w="12700">
            <a:solidFill>
              <a:srgbClr val="E4EBF5"/>
            </a:solidFill>
            <a:prstDash val="solid"/>
          </a:ln>
        </p:spPr>
      </p:sp>
      <p:sp>
        <p:nvSpPr>
          <p:cNvPr id="55" name="Text 44"/>
          <p:cNvSpPr txBox="1"/>
          <p:nvPr/>
        </p:nvSpPr>
        <p:spPr>
          <a:xfrm>
            <a:off x="566928" y="6492240"/>
            <a:ext cx="1023487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A3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사진은 품목 이해를 돕기 위한 예시 이미지입니다 (자유 이용 라이선스). 실제 참여 셀러의 상품 사진이 아닙니다.</a:t>
            </a:r>
            <a:endParaRPr lang="en-US" sz="750" dirty="0"/>
          </a:p>
        </p:txBody>
      </p:sp>
      <p:sp>
        <p:nvSpPr>
          <p:cNvPr id="56" name="Text 45"/>
          <p:cNvSpPr txBox="1"/>
          <p:nvPr/>
        </p:nvSpPr>
        <p:spPr>
          <a:xfrm>
            <a:off x="566928" y="649224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60" kern="0" dirty="0">
                <a:solidFill>
                  <a:srgbClr val="A3B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FLIT UNION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57200"/>
            <a:ext cx="50292" cy="420624"/>
          </a:xfrm>
          <a:prstGeom prst="rect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840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24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FLIT UNION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5486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플리마켓 셀러 품목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69887" y="60350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셀러가 많은 순 27종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69887" y="38404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algn="r" indent="0" marL="0">
              <a:buNone/>
            </a:pPr>
            <a:r>
              <a:rPr lang="en-US" sz="900" dirty="0">
                <a:solidFill>
                  <a:srgbClr val="A3B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152144"/>
            <a:ext cx="11057839" cy="10973"/>
          </a:xfrm>
          <a:prstGeom prst="rect">
            <a:avLst/>
          </a:prstGeom>
          <a:solidFill>
            <a:srgbClr val="E4EBF5"/>
          </a:solidFill>
          <a:ln w="12700">
            <a:solidFill>
              <a:srgbClr val="E4EB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426464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10" name="Image 0" descr="/home/user/Flitunion/docs/photos/seller-items/do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45336"/>
            <a:ext cx="1292352" cy="129235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142744" y="1563624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2142744" y="1728216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인형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6곳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2142744" y="2020824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모루인형, 수공예 인형, 털모찌, 1:1 맞춤 제작 인형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332122" y="1426464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15" name="Image 1" descr="/home/user/Flitunion/docs/photos/seller-items/bead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994" y="1545336"/>
            <a:ext cx="1292352" cy="129235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907938" y="1563624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5907938" y="1728216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 · 볼펜꾸미기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5곳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5907938" y="2020824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 악세사리, 비즈 볼펜, 네잎클로버·꽃 비즈 소품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8097317" y="1426464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20" name="Image 2" descr="/home/user/Flitunion/docs/photos/seller-items/candl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189" y="1545336"/>
            <a:ext cx="1292352" cy="129235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673133" y="1563624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  <p:sp>
        <p:nvSpPr>
          <p:cNvPr id="22" name="Text 17"/>
          <p:cNvSpPr txBox="1"/>
          <p:nvPr/>
        </p:nvSpPr>
        <p:spPr>
          <a:xfrm>
            <a:off x="9673133" y="1728216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캔들 · 방향제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5곳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9673133" y="2020824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소이캔들, 디퓨저, 석고 방향제, 차량용 방향제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566928" y="3139440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25" name="Image 3" descr="/home/user/Flitunion/docs/photos/seller-items/farm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58312"/>
            <a:ext cx="1292352" cy="129235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142744" y="3276600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50" dirty="0"/>
          </a:p>
        </p:txBody>
      </p:sp>
      <p:sp>
        <p:nvSpPr>
          <p:cNvPr id="27" name="Text 21"/>
          <p:cNvSpPr txBox="1"/>
          <p:nvPr/>
        </p:nvSpPr>
        <p:spPr>
          <a:xfrm>
            <a:off x="2142744" y="3441192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농산물 · 특산물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5곳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2142744" y="3733800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과일, 건어물, 반건조 오징어, 한우. 지역 축제에서 현지 농가와 함께 구성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4332122" y="3139440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30" name="Image 4" descr="/home/user/Flitunion/docs/photos/seller-items/kids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0994" y="3258312"/>
            <a:ext cx="1292352" cy="129235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907938" y="3276600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50" dirty="0"/>
          </a:p>
        </p:txBody>
      </p:sp>
      <p:sp>
        <p:nvSpPr>
          <p:cNvPr id="32" name="Text 25"/>
          <p:cNvSpPr txBox="1"/>
          <p:nvPr/>
        </p:nvSpPr>
        <p:spPr>
          <a:xfrm>
            <a:off x="5907938" y="3441192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키즈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5곳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5907938" y="3733800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키즈 놀이존, 유아 용품, 도서 나눔, 아토피 케어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8097317" y="3139440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35" name="Image 5" descr="/home/user/Flitunion/docs/photos/seller-items/henna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6189" y="3258312"/>
            <a:ext cx="1292352" cy="129235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673133" y="3276600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50" dirty="0"/>
          </a:p>
        </p:txBody>
      </p:sp>
      <p:sp>
        <p:nvSpPr>
          <p:cNvPr id="37" name="Text 29"/>
          <p:cNvSpPr txBox="1"/>
          <p:nvPr/>
        </p:nvSpPr>
        <p:spPr>
          <a:xfrm>
            <a:off x="9673133" y="3441192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헤나 · 타투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4곳</a:t>
            </a:r>
            <a:endParaRPr lang="en-US" sz="1250" dirty="0"/>
          </a:p>
        </p:txBody>
      </p:sp>
      <p:sp>
        <p:nvSpPr>
          <p:cNvPr id="38" name="Text 30"/>
          <p:cNvSpPr txBox="1"/>
          <p:nvPr/>
        </p:nvSpPr>
        <p:spPr>
          <a:xfrm>
            <a:off x="9673133" y="3733800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헤나 타투, 페이스페인팅, 주문제작 타투 스티커. 아이 동반 행사 필수 부스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566928" y="4852416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40" name="Image 6" descr="/home/user/Flitunion/docs/photos/seller-items/ceramic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971288"/>
            <a:ext cx="1292352" cy="129235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2142744" y="4989576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50" dirty="0"/>
          </a:p>
        </p:txBody>
      </p:sp>
      <p:sp>
        <p:nvSpPr>
          <p:cNvPr id="42" name="Text 33"/>
          <p:cNvSpPr txBox="1"/>
          <p:nvPr/>
        </p:nvSpPr>
        <p:spPr>
          <a:xfrm>
            <a:off x="2142744" y="5154168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도자기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4곳</a:t>
            </a:r>
            <a:endParaRPr lang="en-US" sz="1250" dirty="0"/>
          </a:p>
        </p:txBody>
      </p:sp>
      <p:sp>
        <p:nvSpPr>
          <p:cNvPr id="43" name="Text 34"/>
          <p:cNvSpPr txBox="1"/>
          <p:nvPr/>
        </p:nvSpPr>
        <p:spPr>
          <a:xfrm>
            <a:off x="2142744" y="5446776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그릇, 미니어처 오브제, 리빙 소품, 페인팅 액자</a:t>
            </a:r>
            <a:endParaRPr lang="en-US" sz="800" dirty="0"/>
          </a:p>
        </p:txBody>
      </p:sp>
      <p:sp>
        <p:nvSpPr>
          <p:cNvPr id="44" name="Shape 35"/>
          <p:cNvSpPr/>
          <p:nvPr/>
        </p:nvSpPr>
        <p:spPr>
          <a:xfrm>
            <a:off x="4332122" y="4852416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45" name="Image 7" descr="/home/user/Flitunion/docs/photos/seller-items/knit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0994" y="4971288"/>
            <a:ext cx="1292352" cy="1292352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907938" y="4989576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50" dirty="0"/>
          </a:p>
        </p:txBody>
      </p:sp>
      <p:sp>
        <p:nvSpPr>
          <p:cNvPr id="47" name="Text 37"/>
          <p:cNvSpPr txBox="1"/>
          <p:nvPr/>
        </p:nvSpPr>
        <p:spPr>
          <a:xfrm>
            <a:off x="5907938" y="5154168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뜨개 · 니팅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4곳</a:t>
            </a:r>
            <a:endParaRPr lang="en-US" sz="1250" dirty="0"/>
          </a:p>
        </p:txBody>
      </p:sp>
      <p:sp>
        <p:nvSpPr>
          <p:cNvPr id="48" name="Text 38"/>
          <p:cNvSpPr txBox="1"/>
          <p:nvPr/>
        </p:nvSpPr>
        <p:spPr>
          <a:xfrm>
            <a:off x="5907938" y="5446776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손염색실, 뜨개 소품, 수세미, 니팅 제품</a:t>
            </a:r>
            <a:endParaRPr lang="en-US" sz="800" dirty="0"/>
          </a:p>
        </p:txBody>
      </p:sp>
      <p:sp>
        <p:nvSpPr>
          <p:cNvPr id="49" name="Shape 39"/>
          <p:cNvSpPr/>
          <p:nvPr/>
        </p:nvSpPr>
        <p:spPr>
          <a:xfrm>
            <a:off x="8097317" y="4852416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50" name="Image 8" descr="/home/user/Flitunion/docs/photos/seller-items/caricature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6189" y="4971288"/>
            <a:ext cx="1292352" cy="1292352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9673133" y="4989576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50" dirty="0"/>
          </a:p>
        </p:txBody>
      </p:sp>
      <p:sp>
        <p:nvSpPr>
          <p:cNvPr id="52" name="Text 41"/>
          <p:cNvSpPr txBox="1"/>
          <p:nvPr/>
        </p:nvSpPr>
        <p:spPr>
          <a:xfrm>
            <a:off x="9673133" y="5154168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캐리커처 · 초상화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4곳</a:t>
            </a:r>
            <a:endParaRPr lang="en-US" sz="1250" dirty="0"/>
          </a:p>
        </p:txBody>
      </p:sp>
      <p:sp>
        <p:nvSpPr>
          <p:cNvPr id="53" name="Text 42"/>
          <p:cNvSpPr txBox="1"/>
          <p:nvPr/>
        </p:nvSpPr>
        <p:spPr>
          <a:xfrm>
            <a:off x="9673133" y="5446776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캐리커처, 수채 초상화, 거리 인물화. 3분 내외로 완성돼 회전이 빠름</a:t>
            </a:r>
            <a:endParaRPr lang="en-US" sz="800" dirty="0"/>
          </a:p>
        </p:txBody>
      </p:sp>
      <p:sp>
        <p:nvSpPr>
          <p:cNvPr id="54" name="Shape 43"/>
          <p:cNvSpPr/>
          <p:nvPr/>
        </p:nvSpPr>
        <p:spPr>
          <a:xfrm>
            <a:off x="566928" y="6400800"/>
            <a:ext cx="11057839" cy="10973"/>
          </a:xfrm>
          <a:prstGeom prst="rect">
            <a:avLst/>
          </a:prstGeom>
          <a:solidFill>
            <a:srgbClr val="E4EBF5"/>
          </a:solidFill>
          <a:ln w="12700">
            <a:solidFill>
              <a:srgbClr val="E4EBF5"/>
            </a:solidFill>
            <a:prstDash val="solid"/>
          </a:ln>
        </p:spPr>
      </p:sp>
      <p:sp>
        <p:nvSpPr>
          <p:cNvPr id="55" name="Text 44"/>
          <p:cNvSpPr txBox="1"/>
          <p:nvPr/>
        </p:nvSpPr>
        <p:spPr>
          <a:xfrm>
            <a:off x="566928" y="6492240"/>
            <a:ext cx="1023487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A3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사진은 품목 이해를 돕기 위한 예시 이미지입니다 (자유 이용 라이선스). 실제 참여 셀러의 상품 사진이 아닙니다.</a:t>
            </a:r>
            <a:endParaRPr lang="en-US" sz="750" dirty="0"/>
          </a:p>
        </p:txBody>
      </p:sp>
      <p:sp>
        <p:nvSpPr>
          <p:cNvPr id="56" name="Text 45"/>
          <p:cNvSpPr txBox="1"/>
          <p:nvPr/>
        </p:nvSpPr>
        <p:spPr>
          <a:xfrm>
            <a:off x="566928" y="649224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60" kern="0" dirty="0">
                <a:solidFill>
                  <a:srgbClr val="A3B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FLIT UNION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57200"/>
            <a:ext cx="50292" cy="420624"/>
          </a:xfrm>
          <a:prstGeom prst="rect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840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24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FLIT UNION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5486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플리마켓 셀러 품목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69887" y="60350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셀러가 많은 순 27종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69887" y="38404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algn="r" indent="0" marL="0">
              <a:buNone/>
            </a:pPr>
            <a:r>
              <a:rPr lang="en-US" sz="900" dirty="0">
                <a:solidFill>
                  <a:srgbClr val="A3B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152144"/>
            <a:ext cx="11057839" cy="10973"/>
          </a:xfrm>
          <a:prstGeom prst="rect">
            <a:avLst/>
          </a:prstGeom>
          <a:solidFill>
            <a:srgbClr val="E4EBF5"/>
          </a:solidFill>
          <a:ln w="12700">
            <a:solidFill>
              <a:srgbClr val="E4EB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426464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10" name="Image 0" descr="/home/user/Flitunion/docs/photos/seller-items/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45336"/>
            <a:ext cx="1292352" cy="129235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142744" y="1563624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2142744" y="1728216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즉석사진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4곳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2142744" y="2020824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촬영 후 즉석 인화. 행사 기념품으로 남는 부스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332122" y="1426464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15" name="Image 1" descr="/home/user/Flitunion/docs/photos/seller-items/figur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994" y="1545336"/>
            <a:ext cx="1292352" cy="129235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907938" y="1563624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5907938" y="1728216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피규어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3곳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5907938" y="2020824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인물 피규어 제작, 캐릭터 피규어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8097317" y="1426464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20" name="Image 2" descr="/home/user/Flitunion/docs/photos/seller-items/maedeu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189" y="1545336"/>
            <a:ext cx="1292352" cy="129235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673133" y="1563624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750" dirty="0"/>
          </a:p>
        </p:txBody>
      </p:sp>
      <p:sp>
        <p:nvSpPr>
          <p:cNvPr id="22" name="Text 17"/>
          <p:cNvSpPr txBox="1"/>
          <p:nvPr/>
        </p:nvSpPr>
        <p:spPr>
          <a:xfrm>
            <a:off x="9673133" y="1728216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매듭 · 리본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3곳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9673133" y="2020824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 매듭 팔찌·머리핀, 리본 공예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566928" y="3139440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25" name="Image 3" descr="/home/user/Flitunion/docs/photos/seller-items/nail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58312"/>
            <a:ext cx="1292352" cy="129235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142744" y="3276600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50" dirty="0"/>
          </a:p>
        </p:txBody>
      </p:sp>
      <p:sp>
        <p:nvSpPr>
          <p:cNvPr id="27" name="Text 21"/>
          <p:cNvSpPr txBox="1"/>
          <p:nvPr/>
        </p:nvSpPr>
        <p:spPr>
          <a:xfrm>
            <a:off x="2142744" y="3441192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네일 · 뷰티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3곳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2142744" y="3733800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수제 네일팁 주문제작, 더마·K뷰티 화장품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4332122" y="3139440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30" name="Image 4" descr="/home/user/Flitunion/docs/photos/seller-items/leather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0994" y="3258312"/>
            <a:ext cx="1292352" cy="129235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907938" y="3276600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750" dirty="0"/>
          </a:p>
        </p:txBody>
      </p:sp>
      <p:sp>
        <p:nvSpPr>
          <p:cNvPr id="32" name="Text 25"/>
          <p:cNvSpPr txBox="1"/>
          <p:nvPr/>
        </p:nvSpPr>
        <p:spPr>
          <a:xfrm>
            <a:off x="5907938" y="3441192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가죽 · 라탄 · 펠트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3곳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5907938" y="3733800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카드지갑·키링 DIY 가죽 체험, 라탄 바구니와 트레이, 양모펠트 인형과 브로치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8097317" y="3139440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35" name="Image 5" descr="/home/user/Flitunion/docs/photos/seller-items/woo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6189" y="3258312"/>
            <a:ext cx="1292352" cy="129235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673133" y="3276600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50" dirty="0"/>
          </a:p>
        </p:txBody>
      </p:sp>
      <p:sp>
        <p:nvSpPr>
          <p:cNvPr id="37" name="Text 29"/>
          <p:cNvSpPr txBox="1"/>
          <p:nvPr/>
        </p:nvSpPr>
        <p:spPr>
          <a:xfrm>
            <a:off x="9673133" y="3441192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목공예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2곳</a:t>
            </a:r>
            <a:endParaRPr lang="en-US" sz="1250" dirty="0"/>
          </a:p>
        </p:txBody>
      </p:sp>
      <p:sp>
        <p:nvSpPr>
          <p:cNvPr id="38" name="Text 30"/>
          <p:cNvSpPr txBox="1"/>
          <p:nvPr/>
        </p:nvSpPr>
        <p:spPr>
          <a:xfrm>
            <a:off x="9673133" y="3733800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원목 소품, 바느질 도구, 데스크 오거나이저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566928" y="4852416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40" name="Image 6" descr="/home/user/Flitunion/docs/photos/seller-items/badge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971288"/>
            <a:ext cx="1292352" cy="129235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2142744" y="4989576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750" dirty="0"/>
          </a:p>
        </p:txBody>
      </p:sp>
      <p:sp>
        <p:nvSpPr>
          <p:cNvPr id="42" name="Text 33"/>
          <p:cNvSpPr txBox="1"/>
          <p:nvPr/>
        </p:nvSpPr>
        <p:spPr>
          <a:xfrm>
            <a:off x="2142744" y="5154168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뱃지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2곳</a:t>
            </a:r>
            <a:endParaRPr lang="en-US" sz="1250" dirty="0"/>
          </a:p>
        </p:txBody>
      </p:sp>
      <p:sp>
        <p:nvSpPr>
          <p:cNvPr id="43" name="Text 34"/>
          <p:cNvSpPr txBox="1"/>
          <p:nvPr/>
        </p:nvSpPr>
        <p:spPr>
          <a:xfrm>
            <a:off x="2142744" y="5446776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캘리그래피·그림 뱃지 제작</a:t>
            </a:r>
            <a:endParaRPr lang="en-US" sz="800" dirty="0"/>
          </a:p>
        </p:txBody>
      </p:sp>
      <p:sp>
        <p:nvSpPr>
          <p:cNvPr id="44" name="Shape 35"/>
          <p:cNvSpPr/>
          <p:nvPr/>
        </p:nvSpPr>
        <p:spPr>
          <a:xfrm>
            <a:off x="4332122" y="4852416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45" name="Image 7" descr="/home/user/Flitunion/docs/photos/seller-items/tufting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0994" y="4971288"/>
            <a:ext cx="1292352" cy="1292352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907938" y="4989576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50" dirty="0"/>
          </a:p>
        </p:txBody>
      </p:sp>
      <p:sp>
        <p:nvSpPr>
          <p:cNvPr id="47" name="Text 37"/>
          <p:cNvSpPr txBox="1"/>
          <p:nvPr/>
        </p:nvSpPr>
        <p:spPr>
          <a:xfrm>
            <a:off x="5907938" y="5154168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터프팅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1곳</a:t>
            </a:r>
            <a:endParaRPr lang="en-US" sz="1250" dirty="0"/>
          </a:p>
        </p:txBody>
      </p:sp>
      <p:sp>
        <p:nvSpPr>
          <p:cNvPr id="48" name="Text 38"/>
          <p:cNvSpPr txBox="1"/>
          <p:nvPr/>
        </p:nvSpPr>
        <p:spPr>
          <a:xfrm>
            <a:off x="5907938" y="5446776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러그 공예. 체류 시간이 길어 유입을 붙잡는 부스</a:t>
            </a:r>
            <a:endParaRPr lang="en-US" sz="800" dirty="0"/>
          </a:p>
        </p:txBody>
      </p:sp>
      <p:sp>
        <p:nvSpPr>
          <p:cNvPr id="49" name="Shape 39"/>
          <p:cNvSpPr/>
          <p:nvPr/>
        </p:nvSpPr>
        <p:spPr>
          <a:xfrm>
            <a:off x="8097317" y="4852416"/>
            <a:ext cx="3527450" cy="1530096"/>
          </a:xfrm>
          <a:prstGeom prst="roundRect">
            <a:avLst>
              <a:gd name="adj" fmla="val 2988"/>
            </a:avLst>
          </a:prstGeom>
          <a:solidFill>
            <a:srgbClr val="FBFCFE"/>
          </a:solidFill>
          <a:ln w="9525">
            <a:solidFill>
              <a:srgbClr val="E4EBF5"/>
            </a:solidFill>
            <a:prstDash val="solid"/>
          </a:ln>
        </p:spPr>
      </p:sp>
      <p:pic>
        <p:nvPicPr>
          <p:cNvPr id="50" name="Image 8" descr="/home/user/Flitunion/docs/photos/seller-items/reptile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6189" y="4971288"/>
            <a:ext cx="1292352" cy="1292352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9673133" y="4989576"/>
            <a:ext cx="18053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750" dirty="0"/>
          </a:p>
        </p:txBody>
      </p:sp>
      <p:sp>
        <p:nvSpPr>
          <p:cNvPr id="52" name="Text 41"/>
          <p:cNvSpPr txBox="1"/>
          <p:nvPr/>
        </p:nvSpPr>
        <p:spPr>
          <a:xfrm>
            <a:off x="9673133" y="5154168"/>
            <a:ext cx="18053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파충류 체험</a:t>
            </a:r>
            <a:pPr algn="l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1곳</a:t>
            </a:r>
            <a:endParaRPr lang="en-US" sz="1250" dirty="0"/>
          </a:p>
        </p:txBody>
      </p:sp>
      <p:sp>
        <p:nvSpPr>
          <p:cNvPr id="53" name="Text 42"/>
          <p:cNvSpPr txBox="1"/>
          <p:nvPr/>
        </p:nvSpPr>
        <p:spPr>
          <a:xfrm>
            <a:off x="9673133" y="5446776"/>
            <a:ext cx="1805330" cy="81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크레스티드게코, 아프리카 식물. 다른 마켓에 없는 차별화 콘텐츠</a:t>
            </a:r>
            <a:endParaRPr lang="en-US" sz="800" dirty="0"/>
          </a:p>
        </p:txBody>
      </p:sp>
      <p:sp>
        <p:nvSpPr>
          <p:cNvPr id="54" name="Shape 43"/>
          <p:cNvSpPr/>
          <p:nvPr/>
        </p:nvSpPr>
        <p:spPr>
          <a:xfrm>
            <a:off x="566928" y="6400800"/>
            <a:ext cx="11057839" cy="10973"/>
          </a:xfrm>
          <a:prstGeom prst="rect">
            <a:avLst/>
          </a:prstGeom>
          <a:solidFill>
            <a:srgbClr val="E4EBF5"/>
          </a:solidFill>
          <a:ln w="12700">
            <a:solidFill>
              <a:srgbClr val="E4EBF5"/>
            </a:solidFill>
            <a:prstDash val="solid"/>
          </a:ln>
        </p:spPr>
      </p:sp>
      <p:sp>
        <p:nvSpPr>
          <p:cNvPr id="55" name="Text 44"/>
          <p:cNvSpPr txBox="1"/>
          <p:nvPr/>
        </p:nvSpPr>
        <p:spPr>
          <a:xfrm>
            <a:off x="566928" y="6492240"/>
            <a:ext cx="1023487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A3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사진은 품목 이해를 돕기 위한 예시 이미지입니다 (자유 이용 라이선스). 실제 참여 셀러의 상품 사진이 아닙니다.</a:t>
            </a:r>
            <a:endParaRPr lang="en-US" sz="750" dirty="0"/>
          </a:p>
        </p:txBody>
      </p:sp>
      <p:sp>
        <p:nvSpPr>
          <p:cNvPr id="56" name="Text 45"/>
          <p:cNvSpPr txBox="1"/>
          <p:nvPr/>
        </p:nvSpPr>
        <p:spPr>
          <a:xfrm>
            <a:off x="566928" y="649224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160" kern="0" dirty="0">
                <a:solidFill>
                  <a:srgbClr val="A3B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FLIT UNION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2026-09-11T00:31:16Z</dcterms:created>
  <dcterms:modified xsi:type="dcterms:W3CDTF">2026-09-11T00:31:16Z</dcterms:modified>
</cp:coreProperties>
</file>