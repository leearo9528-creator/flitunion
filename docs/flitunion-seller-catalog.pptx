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66928"/>
            <a:ext cx="75620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spc="100" kern="0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0" y="1078992"/>
            <a:ext cx="756208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B1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 셀러 품목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1220724" y="1847088"/>
            <a:ext cx="5120640" cy="40233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20724" y="1847088"/>
            <a:ext cx="5120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핸드메이드 · 공예 ·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2395728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3198876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477512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도자기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4861560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물레·핸드빌딩으로 만든 그릇, 컵, 오브제. 도자기 취급 셀러 3곳 보유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95016" y="2395728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95016" y="3198876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795016" y="4477512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목공예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795016" y="4861560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도마·트레이·소품 등 원목 제품. 인두기 각인 체험까지 가능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3104" y="2395728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023104" y="3198876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023104" y="4477512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석고 방향제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023104" y="4861560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석고 방향제·오브제. 컬러링 체험 부스로 전환 가능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66928" y="6150864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66928" y="6954012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8232648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비즈 · 주얼리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8616696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비즈 악세사리, 은세공, 원석 주얼리. 보유 셀러가 가장 많은 품목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95016" y="6150864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795016" y="6954012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2795016" y="8232648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뜨개 · 니팅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2795016" y="8616696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코바늘·대바늘 소품, 수세미, 가방. 겨울 행사에 강한 품목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023104" y="6150864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23104" y="6954012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023104" y="8232648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모루인형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5023104" y="8616696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철사에 털실을 감아 만드는 인형·꽃. 즉석 제작 체험 가능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10122408"/>
            <a:ext cx="6428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· www.flitunion.com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10122408"/>
            <a:ext cx="6428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/ 5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66928"/>
            <a:ext cx="75620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spc="100" kern="0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0" y="1078992"/>
            <a:ext cx="756208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B1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 셀러 품목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1220724" y="1847088"/>
            <a:ext cx="5120640" cy="40233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20724" y="1847088"/>
            <a:ext cx="5120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핸드메이드 · 공예 ·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2395728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3198876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477512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라탄 공예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4861560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라탄 바구니·트레이·소품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95016" y="2395728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95016" y="3198876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795016" y="4477512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양모펠트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795016" y="4861560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양모를 찔러 굳혀 만드는 인형·브로치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3104" y="2395728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023104" y="3198876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023104" y="4477512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매듭 · 리본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023104" y="4861560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전통 매듭 팔찌, 리본 공예 소품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66928" y="6150864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66928" y="6954012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8232648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키링 · 그립톡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8616696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레진 그립톡, 아크릴 키링, 폰 비즈키링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95016" y="6150864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795016" y="6954012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2795016" y="8232648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캔들 · 디퓨저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2795016" y="8616696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소이캔들, 디퓨저, 차량용 방향제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023104" y="6150864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23104" y="6954012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023104" y="8232648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제본 · 문구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5023104" y="8616696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수제 노트, 다이어리, 문구 소품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10122408"/>
            <a:ext cx="6428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· www.flitunion.com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10122408"/>
            <a:ext cx="6428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5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66928"/>
            <a:ext cx="75620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spc="100" kern="0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0" y="1078992"/>
            <a:ext cx="756208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B1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 셀러 품목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1220724" y="1847088"/>
            <a:ext cx="5120640" cy="40233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20724" y="1847088"/>
            <a:ext cx="5120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아트 · 체험 부스 ·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2395728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3198876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477512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캐리커처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4861560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즉석 캐리커처와 수채 초상화. 3분 내외로 완성되어 회전이 빠름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95016" y="2395728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95016" y="3198876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795016" y="4477512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즉석사진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795016" y="4861560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촬영 후 즉석 인화. 행사 기념품으로 남는 부스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3104" y="2395728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023104" y="3198876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023104" y="4477512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헤나 · 페이스페인팅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023104" y="4861560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헤나 타투와 페이스페인팅. 아이 동반 행사 필수 부스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66928" y="6150864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66928" y="6954012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8232648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터프팅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8616696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러그 공예. 체류 시간이 길어 유입을 붙잡는 부스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95016" y="6150864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795016" y="6954012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2795016" y="8232648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뽑기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2795016" y="8616696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뽑기 체험. 키즈·가족 행사에서 대기줄이 생기는 품목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023104" y="6150864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23104" y="6954012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023104" y="8232648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파충류 체험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5023104" y="8616696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크레스티드게코·아프리카 식물. 다른 마켓에 없는 차별화 콘텐츠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10122408"/>
            <a:ext cx="6428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· www.flitunion.com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10122408"/>
            <a:ext cx="6428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5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66928"/>
            <a:ext cx="75620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spc="100" kern="0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0" y="1078992"/>
            <a:ext cx="756208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B1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 셀러 품목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1220724" y="1847088"/>
            <a:ext cx="5120640" cy="40233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20724" y="1847088"/>
            <a:ext cx="5120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패션 · 리빙 · 먹거리 ·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2395728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3198876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477512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한복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4861560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생활한복과 컨템포러리 한복. 전통·민속 행사에 적합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95016" y="2395728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95016" y="3198876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795016" y="4477512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의류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795016" y="4861560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여성 의류, 빅사이즈 의류(66 이상), 빈티지 의류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3104" y="2395728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023104" y="3198876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023104" y="4477512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가방 · 잡화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023104" y="4861560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미니백, 파우치, 생활 잡화, 데코 소품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66928" y="6150864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66928" y="6954012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8232648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디저트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8616696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마카롱, 쿠키, 케이크, 제과. 전부 완제품 판매라 전기가 필요 없음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95016" y="6150864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795016" y="6954012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2795016" y="8232648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솜사탕 · 아이스크림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2795016" y="8616696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즉석 솜사탕과 콘 아이스크림. 전기 공급이 필요한 품목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023104" y="6150864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23104" y="6954012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023104" y="8232648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플라워 · 식물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5023104" y="8616696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생화·프리저브드 플라워, 다육식물, 가드닝 소품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10122408"/>
            <a:ext cx="6428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· www.flitunion.com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10122408"/>
            <a:ext cx="6428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5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66928"/>
            <a:ext cx="75620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spc="100" kern="0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0" y="1078992"/>
            <a:ext cx="756208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B1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플리마켓 셀러 품목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1220724" y="1847088"/>
            <a:ext cx="5120640" cy="40233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20724" y="1847088"/>
            <a:ext cx="5120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그 외 운영 가능 부스 ·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2395728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3198876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477512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타로 · 사주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4861560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타로, 신점, 사주. 포화 품목이라 행사당 1~2곳으로 제한 배치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95016" y="2395728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95016" y="3198876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795016" y="4477512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반려동물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795016" y="4861560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수제 간식, 반려동물 용품, 맞춤 인형. 반려동물 동반 행사 전용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3104" y="2395728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023104" y="3198876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023104" y="4477512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키즈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023104" y="4861560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키즈 놀이존, 유아 용품, 교육 콘텐츠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66928" y="6150864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66928" y="6954012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8232648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농산물 · 특산물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8616696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과일, 건어물, 한우. 지역 축제에서 현지 농가와 함께 구성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95016" y="6150864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795016" y="6954012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2795016" y="8232648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네일 · 뷰티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2795016" y="8616696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수제 네일팁 주문제작, 퍼스널컬러 진단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023104" y="6150864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23104" y="6954012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023104" y="8232648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캘리그래피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5023104" y="8616696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이름·문구 캘리그래피와 에코백·부채 드로잉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10122408"/>
            <a:ext cx="6428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· www.flitunion.com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10122408"/>
            <a:ext cx="6428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2026-09-10T20:06:24Z</dcterms:created>
  <dcterms:modified xsi:type="dcterms:W3CDTF">2026-09-10T20:06:24Z</dcterms:modified>
</cp:coreProperties>
</file>