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image" Target="../media/image-2-6.jpg"/><Relationship Id="rId7" Type="http://schemas.openxmlformats.org/officeDocument/2006/relationships/image" Target="../media/image-2-7.jpg"/><Relationship Id="rId8" Type="http://schemas.openxmlformats.org/officeDocument/2006/relationships/image" Target="../media/image-2-8.jpg"/><Relationship Id="rId9" Type="http://schemas.openxmlformats.org/officeDocument/2006/relationships/image" Target="../media/image-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image" Target="../media/image-3-8.jpg"/><Relationship Id="rId9" Type="http://schemas.openxmlformats.org/officeDocument/2006/relationships/image" Target="../media/image-3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1168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4572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809848" y="932688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809848" y="932688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보유 셀러가 많은 순 · 1 ~ 9 ·</a:t>
            </a:r>
            <a:endParaRPr lang="en-US" sz="1100" dirty="0"/>
          </a:p>
        </p:txBody>
      </p:sp>
      <p:pic>
        <p:nvPicPr>
          <p:cNvPr id="6" name="Image 0" descr="/home/user/Flitunion/docs/photos/seller-items/desse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43228"/>
            <a:ext cx="1417320" cy="1417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20824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디저트 · 먹거리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020824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23곳 — 마카롱, 쿠키, 케이크, 잼, 밀크티, 솜사탕, 아이스크림. 대부분 완제품이라 전기가 필요 없음</a:t>
            </a:r>
            <a:endParaRPr lang="en-US" sz="800" dirty="0"/>
          </a:p>
        </p:txBody>
      </p:sp>
      <p:pic>
        <p:nvPicPr>
          <p:cNvPr id="9" name="Image 1" descr="/home/user/Flitunion/docs/photos/seller-items/goo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7738" y="1443228"/>
            <a:ext cx="1417320" cy="1417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871362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잡화 · 소품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871362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15곳 — 파우치, 미니백, 데코 소품, 문구, 굿즈, 지비츠</a:t>
            </a:r>
            <a:endParaRPr lang="en-US" sz="800" dirty="0"/>
          </a:p>
        </p:txBody>
      </p:sp>
      <p:pic>
        <p:nvPicPr>
          <p:cNvPr id="12" name="Image 2" descr="/home/user/Flitunion/docs/photos/seller-items/handmad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277" y="1443228"/>
            <a:ext cx="141732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721901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핸드메이드 공방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721901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14곳 — 품목을 특정하지 않고 공방 단위로 참가하는 셀러. 행사 성격에 맞춰 품목 조율 가능</a:t>
            </a:r>
            <a:endParaRPr lang="en-US" sz="800" dirty="0"/>
          </a:p>
        </p:txBody>
      </p:sp>
      <p:pic>
        <p:nvPicPr>
          <p:cNvPr id="15" name="Image 3" descr="/home/user/Flitunion/docs/photos/seller-items/flow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4972"/>
            <a:ext cx="1417320" cy="1417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020824" y="3204972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플라워 · 식물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2020824" y="3497580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12곳 — 생화, 프리저브드, 실크플라워, 다육식물, 가드닝 소품</a:t>
            </a:r>
            <a:endParaRPr lang="en-US" sz="800" dirty="0"/>
          </a:p>
        </p:txBody>
      </p:sp>
      <p:pic>
        <p:nvPicPr>
          <p:cNvPr id="18" name="Image 4" descr="/home/user/Flitunion/docs/photos/seller-items/taro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738" y="3204972"/>
            <a:ext cx="1417320" cy="1417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871362" y="3204972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타로 · 사주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871362" y="3497580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11곳 — 타로, 신점, 심리상담. 포화 품목이라 행사당 1~2곳으로 제한 배치</a:t>
            </a:r>
            <a:endParaRPr lang="en-US" sz="800" dirty="0"/>
          </a:p>
        </p:txBody>
      </p:sp>
      <p:pic>
        <p:nvPicPr>
          <p:cNvPr id="21" name="Image 5" descr="/home/user/Flitunion/docs/photos/seller-items/pet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8277" y="3204972"/>
            <a:ext cx="1417320" cy="1417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721901" y="3204972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9721901" y="3497580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11곳 — 수제 간식, 수제 사료, 하네스, 맞춤 인형. 반려동물 동반 행사 전용</a:t>
            </a:r>
            <a:endParaRPr lang="en-US" sz="800" dirty="0"/>
          </a:p>
        </p:txBody>
      </p:sp>
      <p:pic>
        <p:nvPicPr>
          <p:cNvPr id="24" name="Image 6" descr="/home/user/Flitunion/docs/photos/seller-items/clothing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966716"/>
            <a:ext cx="1417320" cy="1417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2020824" y="4966716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의류 · 한복</a:t>
            </a:r>
            <a:endParaRPr 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2020824" y="5259324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10곳 — 생활한복, 컨템포러리 한복, 여성 의류, 빅사이즈(66 이상), 직수입 빈티지</a:t>
            </a:r>
            <a:endParaRPr lang="en-US" sz="800" dirty="0"/>
          </a:p>
        </p:txBody>
      </p:sp>
      <p:pic>
        <p:nvPicPr>
          <p:cNvPr id="27" name="Image 7" descr="/home/user/Flitunion/docs/photos/seller-items/accessory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7738" y="4966716"/>
            <a:ext cx="1417320" cy="1417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5871362" y="4966716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악세사리 · 주얼리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5871362" y="5259324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8곳 — 은세공, 원석 주얼리, 비녀, 블링 악세사리, 스마트폰 악세사리</a:t>
            </a:r>
            <a:endParaRPr lang="en-US" sz="800" dirty="0"/>
          </a:p>
        </p:txBody>
      </p:sp>
      <p:pic>
        <p:nvPicPr>
          <p:cNvPr id="30" name="Image 8" descr="/home/user/Flitunion/docs/photos/seller-items/keyring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58277" y="4966716"/>
            <a:ext cx="1417320" cy="1417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21901" y="4966716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키링 · 그립톡</a:t>
            </a:r>
            <a:endParaRPr lang="en-US" sz="1300" dirty="0"/>
          </a:p>
        </p:txBody>
      </p:sp>
      <p:sp>
        <p:nvSpPr>
          <p:cNvPr id="32" name="Text 21"/>
          <p:cNvSpPr txBox="1"/>
          <p:nvPr/>
        </p:nvSpPr>
        <p:spPr>
          <a:xfrm>
            <a:off x="9721901" y="5259324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8곳 — 레진 그립톡, 폰 비즈키링, 매듭 키링, 인형 키링, 지비츠</a:t>
            </a:r>
            <a:endParaRPr lang="en-US" sz="800" dirty="0"/>
          </a:p>
        </p:txBody>
      </p:sp>
      <p:sp>
        <p:nvSpPr>
          <p:cNvPr id="33" name="Text 22"/>
          <p:cNvSpPr txBox="1"/>
          <p:nvPr/>
        </p:nvSpPr>
        <p:spPr>
          <a:xfrm>
            <a:off x="457200" y="649224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   |   사진은 품목 이해를 돕기 위한 예시 이미지입니다 (자유 이용 라이선스). 실제 참여 셀러의 상품 사진이 아닙니다.</a:t>
            </a:r>
            <a:endParaRPr lang="en-US" sz="750" dirty="0"/>
          </a:p>
        </p:txBody>
      </p:sp>
      <p:sp>
        <p:nvSpPr>
          <p:cNvPr id="34" name="Text 2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4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1168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4572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809848" y="932688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809848" y="932688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10 ~ 18 ·</a:t>
            </a:r>
            <a:endParaRPr lang="en-US" sz="1100" dirty="0"/>
          </a:p>
        </p:txBody>
      </p:sp>
      <p:pic>
        <p:nvPicPr>
          <p:cNvPr id="6" name="Image 0" descr="/home/user/Flitunion/docs/photos/seller-items/do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43228"/>
            <a:ext cx="1417320" cy="1417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20824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020824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6곳 — 모루인형, 수공예 인형, 털모찌, 1:1 맞춤 제작 인형</a:t>
            </a:r>
            <a:endParaRPr lang="en-US" sz="800" dirty="0"/>
          </a:p>
        </p:txBody>
      </p:sp>
      <p:pic>
        <p:nvPicPr>
          <p:cNvPr id="9" name="Image 1" descr="/home/user/Flitunion/docs/photos/seller-items/bea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7738" y="1443228"/>
            <a:ext cx="1417320" cy="1417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871362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 · 볼펜꾸미기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871362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5곳 — 비즈 악세사리, 비즈 볼펜, 네잎클로버·꽃 비즈 소품</a:t>
            </a:r>
            <a:endParaRPr lang="en-US" sz="800" dirty="0"/>
          </a:p>
        </p:txBody>
      </p:sp>
      <p:pic>
        <p:nvPicPr>
          <p:cNvPr id="12" name="Image 2" descr="/home/user/Flitunion/docs/photos/seller-items/cand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277" y="1443228"/>
            <a:ext cx="141732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721901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캔들 · 방향제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721901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5곳 — 소이캔들, 디퓨저, 석고 방향제, 차량용 방향제</a:t>
            </a:r>
            <a:endParaRPr lang="en-US" sz="800" dirty="0"/>
          </a:p>
        </p:txBody>
      </p:sp>
      <p:pic>
        <p:nvPicPr>
          <p:cNvPr id="15" name="Image 3" descr="/home/user/Flitunion/docs/photos/seller-items/farm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4972"/>
            <a:ext cx="1417320" cy="1417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020824" y="3204972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농산물 · 특산물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2020824" y="3497580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5곳 — 지역 과일, 건어물, 반건조 오징어, 한우. 지역 축제에서 현지 농가와 함께 구성</a:t>
            </a:r>
            <a:endParaRPr lang="en-US" sz="800" dirty="0"/>
          </a:p>
        </p:txBody>
      </p:sp>
      <p:pic>
        <p:nvPicPr>
          <p:cNvPr id="18" name="Image 4" descr="/home/user/Flitunion/docs/photos/seller-items/kid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738" y="3204972"/>
            <a:ext cx="1417320" cy="1417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871362" y="3204972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키즈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871362" y="3497580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5곳 — 키즈 놀이존, 유아 용품, 도서 나눔, 아토피 케어</a:t>
            </a:r>
            <a:endParaRPr lang="en-US" sz="800" dirty="0"/>
          </a:p>
        </p:txBody>
      </p:sp>
      <p:pic>
        <p:nvPicPr>
          <p:cNvPr id="21" name="Image 5" descr="/home/user/Flitunion/docs/photos/seller-items/ceramic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8277" y="3204972"/>
            <a:ext cx="1417320" cy="1417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721901" y="3204972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도자기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9721901" y="3497580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4곳 — 그릇, 미니어처 오브제, 리빙 소품, 페인팅 액자</a:t>
            </a:r>
            <a:endParaRPr lang="en-US" sz="800" dirty="0"/>
          </a:p>
        </p:txBody>
      </p:sp>
      <p:pic>
        <p:nvPicPr>
          <p:cNvPr id="24" name="Image 6" descr="/home/user/Flitunion/docs/photos/seller-items/kni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966716"/>
            <a:ext cx="1417320" cy="1417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2020824" y="4966716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뜨개 · 니팅</a:t>
            </a:r>
            <a:endParaRPr 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2020824" y="5259324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4곳 — 손염색실, 뜨개 소품, 수세미, 니팅 제품</a:t>
            </a:r>
            <a:endParaRPr lang="en-US" sz="800" dirty="0"/>
          </a:p>
        </p:txBody>
      </p:sp>
      <p:pic>
        <p:nvPicPr>
          <p:cNvPr id="27" name="Image 7" descr="/home/user/Flitunion/docs/photos/seller-items/caricature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7738" y="4966716"/>
            <a:ext cx="1417320" cy="1417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5871362" y="4966716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캐리커처 · 초상화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5871362" y="5259324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4곳 — 현장 캐리커처, 수채 초상화, 거리 인물화. 3분 내외로 완성돼 회전이 빠름</a:t>
            </a:r>
            <a:endParaRPr lang="en-US" sz="800" dirty="0"/>
          </a:p>
        </p:txBody>
      </p:sp>
      <p:pic>
        <p:nvPicPr>
          <p:cNvPr id="30" name="Image 8" descr="/home/user/Flitunion/docs/photos/seller-items/photo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58277" y="4966716"/>
            <a:ext cx="1417320" cy="1417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21901" y="4966716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즉석사진</a:t>
            </a:r>
            <a:endParaRPr lang="en-US" sz="1300" dirty="0"/>
          </a:p>
        </p:txBody>
      </p:sp>
      <p:sp>
        <p:nvSpPr>
          <p:cNvPr id="32" name="Text 21"/>
          <p:cNvSpPr txBox="1"/>
          <p:nvPr/>
        </p:nvSpPr>
        <p:spPr>
          <a:xfrm>
            <a:off x="9721901" y="5259324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4곳 — 현장 촬영 후 즉석 인화. 행사 기념품으로 남는 부스</a:t>
            </a:r>
            <a:endParaRPr lang="en-US" sz="800" dirty="0"/>
          </a:p>
        </p:txBody>
      </p:sp>
      <p:sp>
        <p:nvSpPr>
          <p:cNvPr id="33" name="Text 22"/>
          <p:cNvSpPr txBox="1"/>
          <p:nvPr/>
        </p:nvSpPr>
        <p:spPr>
          <a:xfrm>
            <a:off x="457200" y="649224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   |   사진은 품목 이해를 돕기 위한 예시 이미지입니다 (자유 이용 라이선스). 실제 참여 셀러의 상품 사진이 아닙니다.</a:t>
            </a:r>
            <a:endParaRPr lang="en-US" sz="750" dirty="0"/>
          </a:p>
        </p:txBody>
      </p:sp>
      <p:sp>
        <p:nvSpPr>
          <p:cNvPr id="34" name="Text 2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1168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4572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809848" y="932688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809848" y="932688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19 ~ 27 ·</a:t>
            </a:r>
            <a:endParaRPr lang="en-US" sz="1100" dirty="0"/>
          </a:p>
        </p:txBody>
      </p:sp>
      <p:pic>
        <p:nvPicPr>
          <p:cNvPr id="6" name="Image 0" descr="/home/user/Flitunion/docs/photos/seller-items/fig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43228"/>
            <a:ext cx="1417320" cy="1417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20824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피규어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020824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3곳 — 3D 인물 피규어 제작, 캐릭터 피규어</a:t>
            </a:r>
            <a:endParaRPr lang="en-US" sz="800" dirty="0"/>
          </a:p>
        </p:txBody>
      </p:sp>
      <p:pic>
        <p:nvPicPr>
          <p:cNvPr id="9" name="Image 1" descr="/home/user/Flitunion/docs/photos/seller-items/maede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7738" y="1443228"/>
            <a:ext cx="1417320" cy="1417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871362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매듭 · 리본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871362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3곳 — 전통 매듭 팔찌·머리핀, 리본 공예</a:t>
            </a:r>
            <a:endParaRPr lang="en-US" sz="800" dirty="0"/>
          </a:p>
        </p:txBody>
      </p:sp>
      <p:pic>
        <p:nvPicPr>
          <p:cNvPr id="12" name="Image 2" descr="/home/user/Flitunion/docs/photos/seller-items/na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277" y="1443228"/>
            <a:ext cx="141732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721901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네일 · 뷰티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721901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3곳 — 수제 네일팁 주문제작, 더마·K뷰티 화장품</a:t>
            </a:r>
            <a:endParaRPr lang="en-US" sz="800" dirty="0"/>
          </a:p>
        </p:txBody>
      </p:sp>
      <p:pic>
        <p:nvPicPr>
          <p:cNvPr id="15" name="Image 3" descr="/home/user/Flitunion/docs/photos/seller-items/henn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4972"/>
            <a:ext cx="1417320" cy="1417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020824" y="3204972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헤나 · 페이스페인팅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2020824" y="3497580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2곳 — 헤나 타투와 페이스페인팅. 아이 동반 행사 필수 부스</a:t>
            </a:r>
            <a:endParaRPr lang="en-US" sz="800" dirty="0"/>
          </a:p>
        </p:txBody>
      </p:sp>
      <p:pic>
        <p:nvPicPr>
          <p:cNvPr id="18" name="Image 4" descr="/home/user/Flitunion/docs/photos/seller-items/wood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738" y="3204972"/>
            <a:ext cx="1417320" cy="1417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871362" y="3204972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목공예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871362" y="3497580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2곳 — 원목 소품, 바느질 도구, 데스크 오거나이저</a:t>
            </a:r>
            <a:endParaRPr lang="en-US" sz="800" dirty="0"/>
          </a:p>
        </p:txBody>
      </p:sp>
      <p:pic>
        <p:nvPicPr>
          <p:cNvPr id="21" name="Image 5" descr="/home/user/Flitunion/docs/photos/seller-items/badg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8277" y="3204972"/>
            <a:ext cx="1417320" cy="1417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721901" y="3204972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뱃지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9721901" y="3497580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2곳 — 캘리그래피·그림 뱃지 제작</a:t>
            </a:r>
            <a:endParaRPr lang="en-US" sz="800" dirty="0"/>
          </a:p>
        </p:txBody>
      </p:sp>
      <p:pic>
        <p:nvPicPr>
          <p:cNvPr id="24" name="Image 6" descr="/home/user/Flitunion/docs/photos/seller-items/tattoo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966716"/>
            <a:ext cx="1417320" cy="1417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2020824" y="4966716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타투 스티커</a:t>
            </a:r>
            <a:endParaRPr 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2020824" y="5259324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2곳 — 주문제작 타투 스티커, 타투 아트 전시·체험</a:t>
            </a:r>
            <a:endParaRPr lang="en-US" sz="800" dirty="0"/>
          </a:p>
        </p:txBody>
      </p:sp>
      <p:pic>
        <p:nvPicPr>
          <p:cNvPr id="27" name="Image 7" descr="/home/user/Flitunion/docs/photos/seller-items/leather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7738" y="4966716"/>
            <a:ext cx="1417320" cy="1417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5871362" y="4966716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가죽공예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5871362" y="5259324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1곳 — 카드지갑, 키링 등 DIY 패키지 형태의 가죽 체험</a:t>
            </a:r>
            <a:endParaRPr lang="en-US" sz="800" dirty="0"/>
          </a:p>
        </p:txBody>
      </p:sp>
      <p:pic>
        <p:nvPicPr>
          <p:cNvPr id="30" name="Image 8" descr="/home/user/Flitunion/docs/photos/seller-items/rattan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58277" y="4966716"/>
            <a:ext cx="1417320" cy="1417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21901" y="4966716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라탄 공예</a:t>
            </a:r>
            <a:endParaRPr lang="en-US" sz="1300" dirty="0"/>
          </a:p>
        </p:txBody>
      </p:sp>
      <p:sp>
        <p:nvSpPr>
          <p:cNvPr id="32" name="Text 21"/>
          <p:cNvSpPr txBox="1"/>
          <p:nvPr/>
        </p:nvSpPr>
        <p:spPr>
          <a:xfrm>
            <a:off x="9721901" y="5259324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1곳 — 라탄 바구니, 트레이, 소품</a:t>
            </a:r>
            <a:endParaRPr lang="en-US" sz="800" dirty="0"/>
          </a:p>
        </p:txBody>
      </p:sp>
      <p:sp>
        <p:nvSpPr>
          <p:cNvPr id="33" name="Text 22"/>
          <p:cNvSpPr txBox="1"/>
          <p:nvPr/>
        </p:nvSpPr>
        <p:spPr>
          <a:xfrm>
            <a:off x="457200" y="649224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   |   사진은 품목 이해를 돕기 위한 예시 이미지입니다 (자유 이용 라이선스). 실제 참여 셀러의 상품 사진이 아닙니다.</a:t>
            </a:r>
            <a:endParaRPr lang="en-US" sz="750" dirty="0"/>
          </a:p>
        </p:txBody>
      </p:sp>
      <p:sp>
        <p:nvSpPr>
          <p:cNvPr id="34" name="Text 2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1168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4572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809848" y="932688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809848" y="932688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28 ~ 30 ·</a:t>
            </a:r>
            <a:endParaRPr lang="en-US" sz="1100" dirty="0"/>
          </a:p>
        </p:txBody>
      </p:sp>
      <p:pic>
        <p:nvPicPr>
          <p:cNvPr id="6" name="Image 0" descr="/home/user/Flitunion/docs/photos/seller-items/fe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43228"/>
            <a:ext cx="1417320" cy="1417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20824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양모펠트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020824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1곳 — 양모를 찔러 굳혀 만드는 인형, 브로치</a:t>
            </a:r>
            <a:endParaRPr lang="en-US" sz="800" dirty="0"/>
          </a:p>
        </p:txBody>
      </p:sp>
      <p:pic>
        <p:nvPicPr>
          <p:cNvPr id="9" name="Image 1" descr="/home/user/Flitunion/docs/photos/seller-items/tuft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7738" y="1443228"/>
            <a:ext cx="1417320" cy="1417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871362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터프팅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871362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1곳 — 러그 공예. 체류 시간이 길어 유입을 붙잡는 부스</a:t>
            </a:r>
            <a:endParaRPr lang="en-US" sz="800" dirty="0"/>
          </a:p>
        </p:txBody>
      </p:sp>
      <p:pic>
        <p:nvPicPr>
          <p:cNvPr id="12" name="Image 2" descr="/home/user/Flitunion/docs/photos/seller-items/rept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277" y="1443228"/>
            <a:ext cx="141732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721901" y="1443228"/>
            <a:ext cx="201259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파충류 체험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721901" y="1735836"/>
            <a:ext cx="2012594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1곳 — 크레스티드게코, 아프리카 식물. 다른 마켓에 없는 차별화 콘텐츠</a:t>
            </a:r>
            <a:endParaRPr lang="en-US" sz="8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649224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   |   사진은 품목 이해를 돕기 위한 예시 이미지입니다 (자유 이용 라이선스). 실제 참여 셀러의 상품 사진이 아닙니다.</a:t>
            </a:r>
            <a:endParaRPr lang="en-US" sz="7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2026-09-11T00:17:05Z</dcterms:created>
  <dcterms:modified xsi:type="dcterms:W3CDTF">2026-09-11T00:17:05Z</dcterms:modified>
</cp:coreProperties>
</file>